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33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C79673-F8BC-9D41-ACAA-B6F89E150336}" type="datetimeFigureOut">
              <a:rPr lang="en-US" smtClean="0"/>
              <a:t>2/6/25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23400D-B604-3142-8918-183FA7DEF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14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A9A2A1-333A-B44F-8B0D-AB8AD69C55F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0330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0B991D-9AA7-294E-8D48-E1D46CD9F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0" i="0" baseline="0">
                <a:latin typeface="Avenir Next Medium" panose="020B05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A6207-70AF-3546-B6E3-D4EEC77ED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5898" y="573188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 baseline="0">
                <a:latin typeface="Avenir Next" panose="020B05030202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F3119-CA32-2348-A953-91EE8A22C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3625" y="640095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0" i="0" baseline="0">
                <a:solidFill>
                  <a:schemeClr val="bg1"/>
                </a:solidFill>
                <a:latin typeface="Avenir Next" panose="020B0503020202020204" pitchFamily="34" charset="0"/>
              </a:defRPr>
            </a:lvl1pPr>
          </a:lstStyle>
          <a:p>
            <a:fld id="{EA9F6C9A-5AA3-A342-A834-50B3BB05176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46BB730-F25B-B34A-9ABE-7A65C4E8BD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6139"/>
            <a:ext cx="10515600" cy="1393902"/>
          </a:xfrm>
          <a:prstGeom prst="rect">
            <a:avLst/>
          </a:prstGeom>
        </p:spPr>
        <p:txBody>
          <a:bodyPr/>
          <a:lstStyle>
            <a:lvl1pPr algn="ctr">
              <a:defRPr sz="4000" b="0" i="0" baseline="0">
                <a:solidFill>
                  <a:srgbClr val="C00000"/>
                </a:solidFill>
                <a:latin typeface="Georgia" panose="02040502050405020303" pitchFamily="18" charset="0"/>
              </a:defRPr>
            </a:lvl1pPr>
          </a:lstStyle>
          <a:p>
            <a:pPr algn="ctr"/>
            <a:r>
              <a:rPr lang="en-US" sz="4400" b="1" kern="400" spc="-150" dirty="0">
                <a:solidFill>
                  <a:srgbClr val="C00000"/>
                </a:solidFill>
                <a:latin typeface="Georgia" panose="02040502050405020303" pitchFamily="18" charset="0"/>
              </a:rPr>
              <a:t>Click to edit text</a:t>
            </a:r>
            <a:endParaRPr lang="en-US" sz="4400" b="1" spc="-150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967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66C51-34F3-DF4E-9A91-C4CD16C3A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  <a:prstGeom prst="rect">
            <a:avLst/>
          </a:prstGeom>
        </p:spPr>
        <p:txBody>
          <a:bodyPr/>
          <a:lstStyle>
            <a:lvl1pPr algn="l">
              <a:defRPr sz="4000" b="1" i="0" baseline="0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US" sz="4400" b="1" spc="-150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75EFA-5341-E54F-A4B3-F2ACE3AAEF8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219200"/>
            <a:ext cx="10515600" cy="49657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q"/>
              <a:defRPr sz="2400" b="0" i="0" baseline="0">
                <a:latin typeface="+mn-lt"/>
              </a:defRPr>
            </a:lvl1pPr>
            <a:lvl2pPr marL="685800" indent="-228600">
              <a:buFont typeface="Arial" panose="020B0604020202020204" pitchFamily="34" charset="0"/>
              <a:buChar char="•"/>
              <a:defRPr sz="2200" b="0" i="0">
                <a:latin typeface="+mn-lt"/>
              </a:defRPr>
            </a:lvl2pPr>
            <a:lvl3pPr marL="1143000" indent="-228600">
              <a:buFont typeface="Wingdings" pitchFamily="2" charset="2"/>
              <a:buChar char="ü"/>
              <a:defRPr sz="2000" b="0" i="0">
                <a:latin typeface="+mn-lt"/>
              </a:defRPr>
            </a:lvl3pPr>
            <a:lvl4pPr marL="1600200" indent="-228600">
              <a:buFont typeface="Courier New" panose="02070309020205020404" pitchFamily="49" charset="0"/>
              <a:buChar char="o"/>
              <a:defRPr sz="1800" b="0" i="0">
                <a:latin typeface="+mn-lt"/>
              </a:defRPr>
            </a:lvl4pPr>
            <a:lvl5pPr>
              <a:defRPr sz="2000" b="0" i="0">
                <a:latin typeface="+mn-lt"/>
              </a:defRPr>
            </a:lvl5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748B3-4707-494F-8592-99CCA9444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0040" y="640095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0" i="0" baseline="0">
                <a:solidFill>
                  <a:schemeClr val="bg1"/>
                </a:solidFill>
                <a:latin typeface="Avenir Next" panose="020B0503020202020204" pitchFamily="34" charset="0"/>
              </a:defRPr>
            </a:lvl1pPr>
          </a:lstStyle>
          <a:p>
            <a:fld id="{EA9F6C9A-5AA3-A342-A834-50B3BB05176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890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B73243-6B8D-4648-9DFA-8806F1634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5898" y="573188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 baseline="0">
                <a:latin typeface="Avenir Next" panose="020B05030202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BC4AC-DCF1-C149-9701-F8B1F1639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009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 baseline="0">
                <a:latin typeface="Avenir Next" panose="020B0503020202020204" pitchFamily="34" charset="0"/>
              </a:defRPr>
            </a:lvl1pPr>
          </a:lstStyle>
          <a:p>
            <a:fld id="{EA9F6C9A-5AA3-A342-A834-50B3BB05176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974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8E575-035C-EC4E-ABBA-29887632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400" b="1" i="0" baseline="0">
                <a:solidFill>
                  <a:srgbClr val="C00000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AB63D7-C9E8-014C-BA80-CFD242AEA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52895"/>
            <a:ext cx="6172200" cy="44989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0" i="0">
                <a:latin typeface="Avenir Next Medium" panose="020B0503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9D82C-FC25-944F-9FCD-F70F78997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4847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 baseline="0">
                <a:latin typeface="Avenir Next Medium" panose="020B0503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92A40-B1FA-8542-A153-323B6F16E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5898" y="573188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 baseline="0">
                <a:latin typeface="Avenir Next" panose="020B05030202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D1F92-0938-3148-AA76-C474AF3C6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009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 baseline="0">
                <a:latin typeface="Avenir Next" panose="020B0503020202020204" pitchFamily="34" charset="0"/>
              </a:defRPr>
            </a:lvl1pPr>
          </a:lstStyle>
          <a:p>
            <a:fld id="{EA9F6C9A-5AA3-A342-A834-50B3BB05176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832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957074E-087D-244D-BC5A-5B4E178F8D5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05" y="6333515"/>
            <a:ext cx="12191095" cy="52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056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D81A5-1D6A-A566-056D-97287BF6B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3D57B8-4FED-102F-4547-90E57FAC7D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 Find the maximum sub-array sum for the given elements. Show your solution using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FIND-MAXIMUM-SUBARRAY algorithm.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{−2,−1,−3,−4,−1,−2,−1,−5,−4}</m:t>
                      </m:r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3D57B8-4FED-102F-4547-90E57FAC7D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44" t="-1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FF3EA-2B4E-2634-BEE2-915CAEB33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9F6C9A-5AA3-A342-A834-50B3BB05176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" panose="020B0503020202020204" pitchFamily="34" charset="0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8D1AAA0-086D-70BD-BF53-EF3BD534ECC9}"/>
              </a:ext>
            </a:extLst>
          </p:cNvPr>
          <p:cNvSpPr/>
          <p:nvPr/>
        </p:nvSpPr>
        <p:spPr>
          <a:xfrm>
            <a:off x="10061523" y="559227"/>
            <a:ext cx="1040234" cy="343949"/>
          </a:xfrm>
          <a:prstGeom prst="roundRect">
            <a:avLst/>
          </a:prstGeom>
          <a:solidFill>
            <a:srgbClr val="00A09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Problem</a:t>
            </a:r>
          </a:p>
        </p:txBody>
      </p: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A736B707-C0EC-6609-359A-A9F9CE8DA19C}"/>
              </a:ext>
            </a:extLst>
          </p:cNvPr>
          <p:cNvGraphicFramePr>
            <a:graphicFrameLocks noGrp="1"/>
          </p:cNvGraphicFramePr>
          <p:nvPr/>
        </p:nvGraphicFramePr>
        <p:xfrm>
          <a:off x="4380595" y="2291413"/>
          <a:ext cx="4829445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6605">
                  <a:extLst>
                    <a:ext uri="{9D8B030D-6E8A-4147-A177-3AD203B41FA5}">
                      <a16:colId xmlns:a16="http://schemas.microsoft.com/office/drawing/2014/main" val="4136327285"/>
                    </a:ext>
                  </a:extLst>
                </a:gridCol>
                <a:gridCol w="536605">
                  <a:extLst>
                    <a:ext uri="{9D8B030D-6E8A-4147-A177-3AD203B41FA5}">
                      <a16:colId xmlns:a16="http://schemas.microsoft.com/office/drawing/2014/main" val="830700384"/>
                    </a:ext>
                  </a:extLst>
                </a:gridCol>
                <a:gridCol w="536605">
                  <a:extLst>
                    <a:ext uri="{9D8B030D-6E8A-4147-A177-3AD203B41FA5}">
                      <a16:colId xmlns:a16="http://schemas.microsoft.com/office/drawing/2014/main" val="3799216458"/>
                    </a:ext>
                  </a:extLst>
                </a:gridCol>
                <a:gridCol w="536605">
                  <a:extLst>
                    <a:ext uri="{9D8B030D-6E8A-4147-A177-3AD203B41FA5}">
                      <a16:colId xmlns:a16="http://schemas.microsoft.com/office/drawing/2014/main" val="3482497734"/>
                    </a:ext>
                  </a:extLst>
                </a:gridCol>
                <a:gridCol w="536605">
                  <a:extLst>
                    <a:ext uri="{9D8B030D-6E8A-4147-A177-3AD203B41FA5}">
                      <a16:colId xmlns:a16="http://schemas.microsoft.com/office/drawing/2014/main" val="3942956644"/>
                    </a:ext>
                  </a:extLst>
                </a:gridCol>
                <a:gridCol w="536605">
                  <a:extLst>
                    <a:ext uri="{9D8B030D-6E8A-4147-A177-3AD203B41FA5}">
                      <a16:colId xmlns:a16="http://schemas.microsoft.com/office/drawing/2014/main" val="261962882"/>
                    </a:ext>
                  </a:extLst>
                </a:gridCol>
                <a:gridCol w="536605">
                  <a:extLst>
                    <a:ext uri="{9D8B030D-6E8A-4147-A177-3AD203B41FA5}">
                      <a16:colId xmlns:a16="http://schemas.microsoft.com/office/drawing/2014/main" val="488675265"/>
                    </a:ext>
                  </a:extLst>
                </a:gridCol>
                <a:gridCol w="536605">
                  <a:extLst>
                    <a:ext uri="{9D8B030D-6E8A-4147-A177-3AD203B41FA5}">
                      <a16:colId xmlns:a16="http://schemas.microsoft.com/office/drawing/2014/main" val="4141772496"/>
                    </a:ext>
                  </a:extLst>
                </a:gridCol>
                <a:gridCol w="536605">
                  <a:extLst>
                    <a:ext uri="{9D8B030D-6E8A-4147-A177-3AD203B41FA5}">
                      <a16:colId xmlns:a16="http://schemas.microsoft.com/office/drawing/2014/main" val="1274355055"/>
                    </a:ext>
                  </a:extLst>
                </a:gridCol>
              </a:tblGrid>
              <a:tr h="3303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4568977"/>
                  </a:ext>
                </a:extLst>
              </a:tr>
            </a:tbl>
          </a:graphicData>
        </a:graphic>
      </p:graphicFrame>
      <p:sp>
        <p:nvSpPr>
          <p:cNvPr id="57" name="Left Brace 56">
            <a:extLst>
              <a:ext uri="{FF2B5EF4-FFF2-40B4-BE49-F238E27FC236}">
                <a16:creationId xmlns:a16="http://schemas.microsoft.com/office/drawing/2014/main" id="{A0F7C691-A092-70BF-F2D2-E495DCF3B774}"/>
              </a:ext>
            </a:extLst>
          </p:cNvPr>
          <p:cNvSpPr/>
          <p:nvPr/>
        </p:nvSpPr>
        <p:spPr>
          <a:xfrm rot="16200000">
            <a:off x="5598071" y="1478256"/>
            <a:ext cx="253166" cy="2655964"/>
          </a:xfrm>
          <a:prstGeom prst="leftBrace">
            <a:avLst>
              <a:gd name="adj1" fmla="val 42445"/>
              <a:gd name="adj2" fmla="val 5128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D84AC54B-6B36-E2C7-41A4-516EB6FAA9F2}"/>
              </a:ext>
            </a:extLst>
          </p:cNvPr>
          <p:cNvGraphicFramePr>
            <a:graphicFrameLocks noGrp="1"/>
          </p:cNvGraphicFramePr>
          <p:nvPr/>
        </p:nvGraphicFramePr>
        <p:xfrm>
          <a:off x="4163786" y="3028966"/>
          <a:ext cx="24095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1902">
                  <a:extLst>
                    <a:ext uri="{9D8B030D-6E8A-4147-A177-3AD203B41FA5}">
                      <a16:colId xmlns:a16="http://schemas.microsoft.com/office/drawing/2014/main" val="1182737617"/>
                    </a:ext>
                  </a:extLst>
                </a:gridCol>
                <a:gridCol w="481902">
                  <a:extLst>
                    <a:ext uri="{9D8B030D-6E8A-4147-A177-3AD203B41FA5}">
                      <a16:colId xmlns:a16="http://schemas.microsoft.com/office/drawing/2014/main" val="1252529788"/>
                    </a:ext>
                  </a:extLst>
                </a:gridCol>
                <a:gridCol w="481902">
                  <a:extLst>
                    <a:ext uri="{9D8B030D-6E8A-4147-A177-3AD203B41FA5}">
                      <a16:colId xmlns:a16="http://schemas.microsoft.com/office/drawing/2014/main" val="4118609963"/>
                    </a:ext>
                  </a:extLst>
                </a:gridCol>
                <a:gridCol w="481902">
                  <a:extLst>
                    <a:ext uri="{9D8B030D-6E8A-4147-A177-3AD203B41FA5}">
                      <a16:colId xmlns:a16="http://schemas.microsoft.com/office/drawing/2014/main" val="2498399694"/>
                    </a:ext>
                  </a:extLst>
                </a:gridCol>
                <a:gridCol w="481902">
                  <a:extLst>
                    <a:ext uri="{9D8B030D-6E8A-4147-A177-3AD203B41FA5}">
                      <a16:colId xmlns:a16="http://schemas.microsoft.com/office/drawing/2014/main" val="584285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697402"/>
                  </a:ext>
                </a:extLst>
              </a:tr>
            </a:tbl>
          </a:graphicData>
        </a:graphic>
      </p:graphicFrame>
      <p:sp>
        <p:nvSpPr>
          <p:cNvPr id="59" name="Left Brace 58">
            <a:extLst>
              <a:ext uri="{FF2B5EF4-FFF2-40B4-BE49-F238E27FC236}">
                <a16:creationId xmlns:a16="http://schemas.microsoft.com/office/drawing/2014/main" id="{BF596C50-7DA0-AAE0-EC3B-8E103528CD51}"/>
              </a:ext>
            </a:extLst>
          </p:cNvPr>
          <p:cNvSpPr/>
          <p:nvPr/>
        </p:nvSpPr>
        <p:spPr>
          <a:xfrm rot="16200000">
            <a:off x="4768497" y="2823023"/>
            <a:ext cx="253166" cy="1430875"/>
          </a:xfrm>
          <a:prstGeom prst="leftBrace">
            <a:avLst>
              <a:gd name="adj1" fmla="val 42445"/>
              <a:gd name="adj2" fmla="val 5128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Left Brace 60">
            <a:extLst>
              <a:ext uri="{FF2B5EF4-FFF2-40B4-BE49-F238E27FC236}">
                <a16:creationId xmlns:a16="http://schemas.microsoft.com/office/drawing/2014/main" id="{3200C522-1E90-5EC4-91C4-6223F2D3EDD0}"/>
              </a:ext>
            </a:extLst>
          </p:cNvPr>
          <p:cNvSpPr/>
          <p:nvPr/>
        </p:nvSpPr>
        <p:spPr>
          <a:xfrm rot="16200000">
            <a:off x="5961455" y="3063146"/>
            <a:ext cx="253166" cy="955040"/>
          </a:xfrm>
          <a:prstGeom prst="leftBrace">
            <a:avLst>
              <a:gd name="adj1" fmla="val 42445"/>
              <a:gd name="adj2" fmla="val 5128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Left Brace 68">
            <a:extLst>
              <a:ext uri="{FF2B5EF4-FFF2-40B4-BE49-F238E27FC236}">
                <a16:creationId xmlns:a16="http://schemas.microsoft.com/office/drawing/2014/main" id="{A261E069-0A28-75EF-77F0-39496E9F55D2}"/>
              </a:ext>
            </a:extLst>
          </p:cNvPr>
          <p:cNvSpPr/>
          <p:nvPr/>
        </p:nvSpPr>
        <p:spPr>
          <a:xfrm rot="16200000">
            <a:off x="7999835" y="1747065"/>
            <a:ext cx="253166" cy="2131115"/>
          </a:xfrm>
          <a:prstGeom prst="leftBrace">
            <a:avLst>
              <a:gd name="adj1" fmla="val 42445"/>
              <a:gd name="adj2" fmla="val 5128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9CEB059A-DDDE-B4E9-E5BE-F663BA59C9A9}"/>
              </a:ext>
            </a:extLst>
          </p:cNvPr>
          <p:cNvGraphicFramePr>
            <a:graphicFrameLocks noGrp="1"/>
          </p:cNvGraphicFramePr>
          <p:nvPr/>
        </p:nvGraphicFramePr>
        <p:xfrm>
          <a:off x="7750995" y="2963455"/>
          <a:ext cx="22109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736">
                  <a:extLst>
                    <a:ext uri="{9D8B030D-6E8A-4147-A177-3AD203B41FA5}">
                      <a16:colId xmlns:a16="http://schemas.microsoft.com/office/drawing/2014/main" val="1635017401"/>
                    </a:ext>
                  </a:extLst>
                </a:gridCol>
                <a:gridCol w="552736">
                  <a:extLst>
                    <a:ext uri="{9D8B030D-6E8A-4147-A177-3AD203B41FA5}">
                      <a16:colId xmlns:a16="http://schemas.microsoft.com/office/drawing/2014/main" val="1652881046"/>
                    </a:ext>
                  </a:extLst>
                </a:gridCol>
                <a:gridCol w="552736">
                  <a:extLst>
                    <a:ext uri="{9D8B030D-6E8A-4147-A177-3AD203B41FA5}">
                      <a16:colId xmlns:a16="http://schemas.microsoft.com/office/drawing/2014/main" val="195832397"/>
                    </a:ext>
                  </a:extLst>
                </a:gridCol>
                <a:gridCol w="552736">
                  <a:extLst>
                    <a:ext uri="{9D8B030D-6E8A-4147-A177-3AD203B41FA5}">
                      <a16:colId xmlns:a16="http://schemas.microsoft.com/office/drawing/2014/main" val="4082984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429788"/>
                  </a:ext>
                </a:extLst>
              </a:tr>
            </a:tbl>
          </a:graphicData>
        </a:graphic>
      </p:graphicFrame>
      <p:sp>
        <p:nvSpPr>
          <p:cNvPr id="71" name="Left Brace 70">
            <a:extLst>
              <a:ext uri="{FF2B5EF4-FFF2-40B4-BE49-F238E27FC236}">
                <a16:creationId xmlns:a16="http://schemas.microsoft.com/office/drawing/2014/main" id="{82A93012-6122-F7F3-A937-90AE44774809}"/>
              </a:ext>
            </a:extLst>
          </p:cNvPr>
          <p:cNvSpPr/>
          <p:nvPr/>
        </p:nvSpPr>
        <p:spPr>
          <a:xfrm rot="16200000">
            <a:off x="8173992" y="2953038"/>
            <a:ext cx="253166" cy="1099160"/>
          </a:xfrm>
          <a:prstGeom prst="leftBrace">
            <a:avLst>
              <a:gd name="adj1" fmla="val 42445"/>
              <a:gd name="adj2" fmla="val 5128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Left Brace 71">
            <a:extLst>
              <a:ext uri="{FF2B5EF4-FFF2-40B4-BE49-F238E27FC236}">
                <a16:creationId xmlns:a16="http://schemas.microsoft.com/office/drawing/2014/main" id="{FF923FB2-5161-7B76-8065-9411CDC769AC}"/>
              </a:ext>
            </a:extLst>
          </p:cNvPr>
          <p:cNvSpPr/>
          <p:nvPr/>
        </p:nvSpPr>
        <p:spPr>
          <a:xfrm rot="16200000">
            <a:off x="9291842" y="2953038"/>
            <a:ext cx="253166" cy="1099160"/>
          </a:xfrm>
          <a:prstGeom prst="leftBrace">
            <a:avLst>
              <a:gd name="adj1" fmla="val 42445"/>
              <a:gd name="adj2" fmla="val 5128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919505C-1E1E-2933-12F0-ADBFDD02CADB}"/>
              </a:ext>
            </a:extLst>
          </p:cNvPr>
          <p:cNvSpPr txBox="1"/>
          <p:nvPr/>
        </p:nvSpPr>
        <p:spPr>
          <a:xfrm>
            <a:off x="7032124" y="4241374"/>
            <a:ext cx="1466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C1: -2, C2: -1,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C3:-2+(-1)=-3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9DF8578-F9E1-725E-5945-8DE5AD5B7E49}"/>
              </a:ext>
            </a:extLst>
          </p:cNvPr>
          <p:cNvSpPr txBox="1"/>
          <p:nvPr/>
        </p:nvSpPr>
        <p:spPr>
          <a:xfrm>
            <a:off x="9158281" y="4235732"/>
            <a:ext cx="1466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C1: -5, C2: -4,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C3: -5+(-4)=-9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0311450-9CBB-932A-10E5-B83A0EEF21DF}"/>
              </a:ext>
            </a:extLst>
          </p:cNvPr>
          <p:cNvSpPr txBox="1"/>
          <p:nvPr/>
        </p:nvSpPr>
        <p:spPr>
          <a:xfrm>
            <a:off x="8191557" y="4904082"/>
            <a:ext cx="15834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C3:-1+(-5)=-6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297E27E7-5C51-7785-70E0-1167C813B931}"/>
              </a:ext>
            </a:extLst>
          </p:cNvPr>
          <p:cNvSpPr/>
          <p:nvPr/>
        </p:nvSpPr>
        <p:spPr>
          <a:xfrm>
            <a:off x="7655354" y="4226406"/>
            <a:ext cx="805326" cy="370840"/>
          </a:xfrm>
          <a:prstGeom prst="ellipse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93083044-468C-A9B4-D1F2-8030AB4458E5}"/>
              </a:ext>
            </a:extLst>
          </p:cNvPr>
          <p:cNvGraphicFramePr>
            <a:graphicFrameLocks noGrp="1"/>
          </p:cNvGraphicFramePr>
          <p:nvPr/>
        </p:nvGraphicFramePr>
        <p:xfrm>
          <a:off x="4162551" y="3713233"/>
          <a:ext cx="13474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150">
                  <a:extLst>
                    <a:ext uri="{9D8B030D-6E8A-4147-A177-3AD203B41FA5}">
                      <a16:colId xmlns:a16="http://schemas.microsoft.com/office/drawing/2014/main" val="3243180858"/>
                    </a:ext>
                  </a:extLst>
                </a:gridCol>
                <a:gridCol w="449150">
                  <a:extLst>
                    <a:ext uri="{9D8B030D-6E8A-4147-A177-3AD203B41FA5}">
                      <a16:colId xmlns:a16="http://schemas.microsoft.com/office/drawing/2014/main" val="1561115157"/>
                    </a:ext>
                  </a:extLst>
                </a:gridCol>
                <a:gridCol w="449150">
                  <a:extLst>
                    <a:ext uri="{9D8B030D-6E8A-4147-A177-3AD203B41FA5}">
                      <a16:colId xmlns:a16="http://schemas.microsoft.com/office/drawing/2014/main" val="29694836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564238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AC4973B9-6711-00C1-B3A7-A08BACC8578E}"/>
              </a:ext>
            </a:extLst>
          </p:cNvPr>
          <p:cNvGraphicFramePr>
            <a:graphicFrameLocks noGrp="1"/>
          </p:cNvGraphicFramePr>
          <p:nvPr/>
        </p:nvGraphicFramePr>
        <p:xfrm>
          <a:off x="5806085" y="3720238"/>
          <a:ext cx="95504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7520">
                  <a:extLst>
                    <a:ext uri="{9D8B030D-6E8A-4147-A177-3AD203B41FA5}">
                      <a16:colId xmlns:a16="http://schemas.microsoft.com/office/drawing/2014/main" val="2798404493"/>
                    </a:ext>
                  </a:extLst>
                </a:gridCol>
                <a:gridCol w="477520">
                  <a:extLst>
                    <a:ext uri="{9D8B030D-6E8A-4147-A177-3AD203B41FA5}">
                      <a16:colId xmlns:a16="http://schemas.microsoft.com/office/drawing/2014/main" val="31071258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941368"/>
                  </a:ext>
                </a:extLst>
              </a:tr>
            </a:tbl>
          </a:graphicData>
        </a:graphic>
      </p:graphicFrame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413AEC4C-BD3E-DC9B-F792-BF9206790C36}"/>
              </a:ext>
            </a:extLst>
          </p:cNvPr>
          <p:cNvGraphicFramePr>
            <a:graphicFrameLocks noGrp="1"/>
          </p:cNvGraphicFramePr>
          <p:nvPr/>
        </p:nvGraphicFramePr>
        <p:xfrm>
          <a:off x="7380618" y="3687202"/>
          <a:ext cx="110547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736">
                  <a:extLst>
                    <a:ext uri="{9D8B030D-6E8A-4147-A177-3AD203B41FA5}">
                      <a16:colId xmlns:a16="http://schemas.microsoft.com/office/drawing/2014/main" val="1858112161"/>
                    </a:ext>
                  </a:extLst>
                </a:gridCol>
                <a:gridCol w="552736">
                  <a:extLst>
                    <a:ext uri="{9D8B030D-6E8A-4147-A177-3AD203B41FA5}">
                      <a16:colId xmlns:a16="http://schemas.microsoft.com/office/drawing/2014/main" val="1789808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5404178"/>
                  </a:ext>
                </a:extLst>
              </a:tr>
            </a:tbl>
          </a:graphicData>
        </a:graphic>
      </p:graphicFrame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5F8C98EE-D23D-EE98-241A-473DA1D068E5}"/>
              </a:ext>
            </a:extLst>
          </p:cNvPr>
          <p:cNvGraphicFramePr>
            <a:graphicFrameLocks noGrp="1"/>
          </p:cNvGraphicFramePr>
          <p:nvPr/>
        </p:nvGraphicFramePr>
        <p:xfrm>
          <a:off x="9327635" y="3696415"/>
          <a:ext cx="110547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736">
                  <a:extLst>
                    <a:ext uri="{9D8B030D-6E8A-4147-A177-3AD203B41FA5}">
                      <a16:colId xmlns:a16="http://schemas.microsoft.com/office/drawing/2014/main" val="3095001361"/>
                    </a:ext>
                  </a:extLst>
                </a:gridCol>
                <a:gridCol w="552736">
                  <a:extLst>
                    <a:ext uri="{9D8B030D-6E8A-4147-A177-3AD203B41FA5}">
                      <a16:colId xmlns:a16="http://schemas.microsoft.com/office/drawing/2014/main" val="1232587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0797670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F7128206-1BF8-40C5-98A8-05C80ED61CBC}"/>
              </a:ext>
            </a:extLst>
          </p:cNvPr>
          <p:cNvSpPr txBox="1"/>
          <p:nvPr/>
        </p:nvSpPr>
        <p:spPr>
          <a:xfrm>
            <a:off x="0" y="3114917"/>
            <a:ext cx="29983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C1: FIND-MAXIMUM-SUBARRAY(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27FDE82-1226-C191-907A-91B6387AAEF9}"/>
              </a:ext>
            </a:extLst>
          </p:cNvPr>
          <p:cNvSpPr txBox="1"/>
          <p:nvPr/>
        </p:nvSpPr>
        <p:spPr>
          <a:xfrm>
            <a:off x="167768" y="3744462"/>
            <a:ext cx="30462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C1: FIND-MAXIMUM-SUBARRAY(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259C2DB-7A6D-C262-EDF2-475263A311A0}"/>
              </a:ext>
            </a:extLst>
          </p:cNvPr>
          <p:cNvSpPr txBox="1"/>
          <p:nvPr/>
        </p:nvSpPr>
        <p:spPr>
          <a:xfrm>
            <a:off x="624245" y="4354081"/>
            <a:ext cx="29614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C1:FIND-MAXIMUM-SUBARRAY(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7DC5500-BDB3-EB56-7A39-8BFE1433FDE4}"/>
              </a:ext>
            </a:extLst>
          </p:cNvPr>
          <p:cNvSpPr txBox="1"/>
          <p:nvPr/>
        </p:nvSpPr>
        <p:spPr>
          <a:xfrm>
            <a:off x="631388" y="5060487"/>
            <a:ext cx="30549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C2: FIND-MAXIMUM-SUBARRAY(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D20D83D-1B66-6711-7817-9732B182C5B0}"/>
              </a:ext>
            </a:extLst>
          </p:cNvPr>
          <p:cNvSpPr txBox="1"/>
          <p:nvPr/>
        </p:nvSpPr>
        <p:spPr>
          <a:xfrm>
            <a:off x="631388" y="5302862"/>
            <a:ext cx="35482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C3: FIND-MAX-CROSSING-SUBARRAY(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A, 1, 2, 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7" name="Left Brace 96">
            <a:extLst>
              <a:ext uri="{FF2B5EF4-FFF2-40B4-BE49-F238E27FC236}">
                <a16:creationId xmlns:a16="http://schemas.microsoft.com/office/drawing/2014/main" id="{21753AB5-1658-1563-3B9D-09E8678496AD}"/>
              </a:ext>
            </a:extLst>
          </p:cNvPr>
          <p:cNvSpPr/>
          <p:nvPr/>
        </p:nvSpPr>
        <p:spPr>
          <a:xfrm>
            <a:off x="503209" y="4439596"/>
            <a:ext cx="179563" cy="968891"/>
          </a:xfrm>
          <a:prstGeom prst="leftBrace">
            <a:avLst>
              <a:gd name="adj1" fmla="val 41203"/>
              <a:gd name="adj2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8" name="Curved Connector 97">
            <a:extLst>
              <a:ext uri="{FF2B5EF4-FFF2-40B4-BE49-F238E27FC236}">
                <a16:creationId xmlns:a16="http://schemas.microsoft.com/office/drawing/2014/main" id="{92EBD905-4884-CEC5-FF92-F8628052DEAB}"/>
              </a:ext>
            </a:extLst>
          </p:cNvPr>
          <p:cNvCxnSpPr>
            <a:cxnSpLocks/>
            <a:endCxn id="97" idx="1"/>
          </p:cNvCxnSpPr>
          <p:nvPr/>
        </p:nvCxnSpPr>
        <p:spPr>
          <a:xfrm rot="5400000">
            <a:off x="165538" y="4356686"/>
            <a:ext cx="905027" cy="229684"/>
          </a:xfrm>
          <a:prstGeom prst="curvedConnector4">
            <a:avLst>
              <a:gd name="adj1" fmla="val 23236"/>
              <a:gd name="adj2" fmla="val 111058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urved Connector 98">
            <a:extLst>
              <a:ext uri="{FF2B5EF4-FFF2-40B4-BE49-F238E27FC236}">
                <a16:creationId xmlns:a16="http://schemas.microsoft.com/office/drawing/2014/main" id="{CADA8C5A-B723-CC5E-3645-44A5D0D66866}"/>
              </a:ext>
            </a:extLst>
          </p:cNvPr>
          <p:cNvCxnSpPr>
            <a:cxnSpLocks/>
            <a:endCxn id="102" idx="1"/>
          </p:cNvCxnSpPr>
          <p:nvPr/>
        </p:nvCxnSpPr>
        <p:spPr>
          <a:xfrm rot="5400000">
            <a:off x="-419960" y="3918715"/>
            <a:ext cx="1505710" cy="452111"/>
          </a:xfrm>
          <a:prstGeom prst="curvedConnector4">
            <a:avLst>
              <a:gd name="adj1" fmla="val 16306"/>
              <a:gd name="adj2" fmla="val 11282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714F93A3-D68F-72D0-0616-F1F934CEAB6E}"/>
              </a:ext>
            </a:extLst>
          </p:cNvPr>
          <p:cNvSpPr txBox="1"/>
          <p:nvPr/>
        </p:nvSpPr>
        <p:spPr>
          <a:xfrm>
            <a:off x="198211" y="5744152"/>
            <a:ext cx="3539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C3: FIND-MAX-CROSSING-SUBARRAY(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A, 1, 3, 5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956A5B2-DD81-4A57-4B0E-035C2A328639}"/>
              </a:ext>
            </a:extLst>
          </p:cNvPr>
          <p:cNvSpPr txBox="1"/>
          <p:nvPr/>
        </p:nvSpPr>
        <p:spPr>
          <a:xfrm>
            <a:off x="198211" y="5547173"/>
            <a:ext cx="30238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C2: FIND-MAXIMUM-SUBARRAY(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Left Brace 101">
            <a:extLst>
              <a:ext uri="{FF2B5EF4-FFF2-40B4-BE49-F238E27FC236}">
                <a16:creationId xmlns:a16="http://schemas.microsoft.com/office/drawing/2014/main" id="{64827332-858C-FB31-7315-C90E58D53791}"/>
              </a:ext>
            </a:extLst>
          </p:cNvPr>
          <p:cNvSpPr/>
          <p:nvPr/>
        </p:nvSpPr>
        <p:spPr>
          <a:xfrm>
            <a:off x="106839" y="3882961"/>
            <a:ext cx="193181" cy="2029327"/>
          </a:xfrm>
          <a:prstGeom prst="leftBrace">
            <a:avLst>
              <a:gd name="adj1" fmla="val 41203"/>
              <a:gd name="adj2" fmla="val 50000"/>
            </a:avLst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Left Brace 108">
            <a:extLst>
              <a:ext uri="{FF2B5EF4-FFF2-40B4-BE49-F238E27FC236}">
                <a16:creationId xmlns:a16="http://schemas.microsoft.com/office/drawing/2014/main" id="{4BCDD7D0-B814-50F7-65DC-8B8A3E4E8AF1}"/>
              </a:ext>
            </a:extLst>
          </p:cNvPr>
          <p:cNvSpPr/>
          <p:nvPr/>
        </p:nvSpPr>
        <p:spPr>
          <a:xfrm rot="16200000">
            <a:off x="4473058" y="3811163"/>
            <a:ext cx="253166" cy="839993"/>
          </a:xfrm>
          <a:prstGeom prst="leftBrace">
            <a:avLst>
              <a:gd name="adj1" fmla="val 42445"/>
              <a:gd name="adj2" fmla="val 5128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0" name="Left Brace 109">
            <a:extLst>
              <a:ext uri="{FF2B5EF4-FFF2-40B4-BE49-F238E27FC236}">
                <a16:creationId xmlns:a16="http://schemas.microsoft.com/office/drawing/2014/main" id="{9C59AF7A-08E0-D650-15C0-E27313C6C6E6}"/>
              </a:ext>
            </a:extLst>
          </p:cNvPr>
          <p:cNvSpPr/>
          <p:nvPr/>
        </p:nvSpPr>
        <p:spPr>
          <a:xfrm rot="16200000">
            <a:off x="5165588" y="4001671"/>
            <a:ext cx="253166" cy="435661"/>
          </a:xfrm>
          <a:prstGeom prst="leftBrace">
            <a:avLst>
              <a:gd name="adj1" fmla="val 42445"/>
              <a:gd name="adj2" fmla="val 5128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EF70376-9301-DFFF-9747-315FA9882C5E}"/>
              </a:ext>
            </a:extLst>
          </p:cNvPr>
          <p:cNvSpPr txBox="1"/>
          <p:nvPr/>
        </p:nvSpPr>
        <p:spPr>
          <a:xfrm>
            <a:off x="923965" y="4547328"/>
            <a:ext cx="27624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FIND-MAXIMUM-SUBARRAY(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396F810-F8D1-877C-DD8B-04EC4F636E81}"/>
              </a:ext>
            </a:extLst>
          </p:cNvPr>
          <p:cNvSpPr txBox="1"/>
          <p:nvPr/>
        </p:nvSpPr>
        <p:spPr>
          <a:xfrm>
            <a:off x="933652" y="4709400"/>
            <a:ext cx="27624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FIND-MAXIMUM-SUBARRAY(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015384B-6439-2230-3C52-7F3D61926E8D}"/>
              </a:ext>
            </a:extLst>
          </p:cNvPr>
          <p:cNvSpPr txBox="1"/>
          <p:nvPr/>
        </p:nvSpPr>
        <p:spPr>
          <a:xfrm>
            <a:off x="926589" y="4876217"/>
            <a:ext cx="32911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FIND-MAX-CROSSING-SUBARRAY(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A, 1, 1, 2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117" name="Table 116">
            <a:extLst>
              <a:ext uri="{FF2B5EF4-FFF2-40B4-BE49-F238E27FC236}">
                <a16:creationId xmlns:a16="http://schemas.microsoft.com/office/drawing/2014/main" id="{B14926A7-4B85-7B90-1803-5F7EB2031AE3}"/>
              </a:ext>
            </a:extLst>
          </p:cNvPr>
          <p:cNvGraphicFramePr>
            <a:graphicFrameLocks noGrp="1"/>
          </p:cNvGraphicFramePr>
          <p:nvPr/>
        </p:nvGraphicFramePr>
        <p:xfrm>
          <a:off x="4088452" y="4465730"/>
          <a:ext cx="4491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150">
                  <a:extLst>
                    <a:ext uri="{9D8B030D-6E8A-4147-A177-3AD203B41FA5}">
                      <a16:colId xmlns:a16="http://schemas.microsoft.com/office/drawing/2014/main" val="3243180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-2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564238"/>
                  </a:ext>
                </a:extLst>
              </a:tr>
            </a:tbl>
          </a:graphicData>
        </a:graphic>
      </p:graphicFrame>
      <p:graphicFrame>
        <p:nvGraphicFramePr>
          <p:cNvPr id="118" name="Table 117">
            <a:extLst>
              <a:ext uri="{FF2B5EF4-FFF2-40B4-BE49-F238E27FC236}">
                <a16:creationId xmlns:a16="http://schemas.microsoft.com/office/drawing/2014/main" id="{DCD9B418-D7A7-81EC-41FC-F6F0740B7DD8}"/>
              </a:ext>
            </a:extLst>
          </p:cNvPr>
          <p:cNvGraphicFramePr>
            <a:graphicFrameLocks noGrp="1"/>
          </p:cNvGraphicFramePr>
          <p:nvPr/>
        </p:nvGraphicFramePr>
        <p:xfrm>
          <a:off x="4636699" y="4465730"/>
          <a:ext cx="4491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150">
                  <a:extLst>
                    <a:ext uri="{9D8B030D-6E8A-4147-A177-3AD203B41FA5}">
                      <a16:colId xmlns:a16="http://schemas.microsoft.com/office/drawing/2014/main" val="3243180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64238"/>
                  </a:ext>
                </a:extLst>
              </a:tr>
            </a:tbl>
          </a:graphicData>
        </a:graphic>
      </p:graphicFrame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907883CB-2DA4-7035-EB31-82FA8D0E98BE}"/>
              </a:ext>
            </a:extLst>
          </p:cNvPr>
          <p:cNvCxnSpPr>
            <a:stCxn id="113" idx="3"/>
            <a:endCxn id="117" idx="1"/>
          </p:cNvCxnSpPr>
          <p:nvPr/>
        </p:nvCxnSpPr>
        <p:spPr>
          <a:xfrm flipV="1">
            <a:off x="3686370" y="4651150"/>
            <a:ext cx="402082" cy="34678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C53884FF-0497-C0BB-CFF8-2A69991C2DF7}"/>
              </a:ext>
            </a:extLst>
          </p:cNvPr>
          <p:cNvCxnSpPr>
            <a:cxnSpLocks/>
            <a:stCxn id="114" idx="3"/>
            <a:endCxn id="118" idx="1"/>
          </p:cNvCxnSpPr>
          <p:nvPr/>
        </p:nvCxnSpPr>
        <p:spPr>
          <a:xfrm flipV="1">
            <a:off x="3696057" y="4651150"/>
            <a:ext cx="940642" cy="19675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9A4F8E15-C013-4D00-DA88-86B0673B96CC}"/>
              </a:ext>
            </a:extLst>
          </p:cNvPr>
          <p:cNvCxnSpPr>
            <a:cxnSpLocks/>
            <a:stCxn id="115" idx="3"/>
          </p:cNvCxnSpPr>
          <p:nvPr/>
        </p:nvCxnSpPr>
        <p:spPr>
          <a:xfrm flipV="1">
            <a:off x="4217757" y="5001360"/>
            <a:ext cx="456043" cy="13357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E61B684B-1C68-7E4F-E3D9-B96B966FBFC2}"/>
              </a:ext>
            </a:extLst>
          </p:cNvPr>
          <p:cNvSpPr txBox="1"/>
          <p:nvPr/>
        </p:nvSpPr>
        <p:spPr>
          <a:xfrm>
            <a:off x="4653324" y="485670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-3</a:t>
            </a:r>
          </a:p>
        </p:txBody>
      </p:sp>
      <p:sp>
        <p:nvSpPr>
          <p:cNvPr id="129" name="Freeform 128">
            <a:extLst>
              <a:ext uri="{FF2B5EF4-FFF2-40B4-BE49-F238E27FC236}">
                <a16:creationId xmlns:a16="http://schemas.microsoft.com/office/drawing/2014/main" id="{89F99F0F-D58F-E9B5-B9A3-511DE1B5A81A}"/>
              </a:ext>
            </a:extLst>
          </p:cNvPr>
          <p:cNvSpPr/>
          <p:nvPr/>
        </p:nvSpPr>
        <p:spPr>
          <a:xfrm>
            <a:off x="3570876" y="4704080"/>
            <a:ext cx="1732644" cy="544619"/>
          </a:xfrm>
          <a:custGeom>
            <a:avLst/>
            <a:gdLst>
              <a:gd name="connsiteX0" fmla="*/ 0 w 1960880"/>
              <a:gd name="connsiteY0" fmla="*/ 497840 h 545744"/>
              <a:gd name="connsiteX1" fmla="*/ 1524000 w 1960880"/>
              <a:gd name="connsiteY1" fmla="*/ 497840 h 545744"/>
              <a:gd name="connsiteX2" fmla="*/ 1960880 w 1960880"/>
              <a:gd name="connsiteY2" fmla="*/ 0 h 545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60880" h="545744">
                <a:moveTo>
                  <a:pt x="0" y="497840"/>
                </a:moveTo>
                <a:cubicBezTo>
                  <a:pt x="598593" y="539326"/>
                  <a:pt x="1197187" y="580813"/>
                  <a:pt x="1524000" y="497840"/>
                </a:cubicBezTo>
                <a:cubicBezTo>
                  <a:pt x="1850813" y="414867"/>
                  <a:pt x="1905846" y="207433"/>
                  <a:pt x="1960880" y="0"/>
                </a:cubicBezTo>
              </a:path>
            </a:pathLst>
          </a:custGeom>
          <a:noFill/>
          <a:ln w="19050">
            <a:solidFill>
              <a:schemeClr val="accent1"/>
            </a:solidFill>
            <a:tailEnd type="triangle" w="lg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30" name="Table 129">
            <a:extLst>
              <a:ext uri="{FF2B5EF4-FFF2-40B4-BE49-F238E27FC236}">
                <a16:creationId xmlns:a16="http://schemas.microsoft.com/office/drawing/2014/main" id="{36A7CDA6-B02E-CFD8-F859-03E8BF42D74E}"/>
              </a:ext>
            </a:extLst>
          </p:cNvPr>
          <p:cNvGraphicFramePr>
            <a:graphicFrameLocks noGrp="1"/>
          </p:cNvGraphicFramePr>
          <p:nvPr/>
        </p:nvGraphicFramePr>
        <p:xfrm>
          <a:off x="5350127" y="4394064"/>
          <a:ext cx="4491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150">
                  <a:extLst>
                    <a:ext uri="{9D8B030D-6E8A-4147-A177-3AD203B41FA5}">
                      <a16:colId xmlns:a16="http://schemas.microsoft.com/office/drawing/2014/main" val="3243180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-3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64238"/>
                  </a:ext>
                </a:extLst>
              </a:tr>
            </a:tbl>
          </a:graphicData>
        </a:graphic>
      </p:graphicFrame>
      <p:sp>
        <p:nvSpPr>
          <p:cNvPr id="131" name="Freeform 130">
            <a:extLst>
              <a:ext uri="{FF2B5EF4-FFF2-40B4-BE49-F238E27FC236}">
                <a16:creationId xmlns:a16="http://schemas.microsoft.com/office/drawing/2014/main" id="{7E8F969F-EE58-B2A9-89AF-13C7E8A21927}"/>
              </a:ext>
            </a:extLst>
          </p:cNvPr>
          <p:cNvSpPr/>
          <p:nvPr/>
        </p:nvSpPr>
        <p:spPr>
          <a:xfrm flipV="1">
            <a:off x="4088452" y="5488173"/>
            <a:ext cx="1059031" cy="45719"/>
          </a:xfrm>
          <a:custGeom>
            <a:avLst/>
            <a:gdLst>
              <a:gd name="connsiteX0" fmla="*/ 0 w 1960880"/>
              <a:gd name="connsiteY0" fmla="*/ 497840 h 545744"/>
              <a:gd name="connsiteX1" fmla="*/ 1524000 w 1960880"/>
              <a:gd name="connsiteY1" fmla="*/ 497840 h 545744"/>
              <a:gd name="connsiteX2" fmla="*/ 1960880 w 1960880"/>
              <a:gd name="connsiteY2" fmla="*/ 0 h 545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60880" h="545744">
                <a:moveTo>
                  <a:pt x="0" y="497840"/>
                </a:moveTo>
                <a:cubicBezTo>
                  <a:pt x="598593" y="539326"/>
                  <a:pt x="1197187" y="580813"/>
                  <a:pt x="1524000" y="497840"/>
                </a:cubicBezTo>
                <a:cubicBezTo>
                  <a:pt x="1850813" y="414867"/>
                  <a:pt x="1905846" y="207433"/>
                  <a:pt x="1960880" y="0"/>
                </a:cubicBezTo>
              </a:path>
            </a:pathLst>
          </a:custGeom>
          <a:noFill/>
          <a:ln w="19050">
            <a:solidFill>
              <a:schemeClr val="accent1"/>
            </a:solidFill>
            <a:tailEnd type="triangle" w="lg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33" name="Table 132">
            <a:extLst>
              <a:ext uri="{FF2B5EF4-FFF2-40B4-BE49-F238E27FC236}">
                <a16:creationId xmlns:a16="http://schemas.microsoft.com/office/drawing/2014/main" id="{2EF971A4-4A51-05C6-BDEE-E86F67596C46}"/>
              </a:ext>
            </a:extLst>
          </p:cNvPr>
          <p:cNvGraphicFramePr>
            <a:graphicFrameLocks noGrp="1"/>
          </p:cNvGraphicFramePr>
          <p:nvPr/>
        </p:nvGraphicFramePr>
        <p:xfrm>
          <a:off x="5198958" y="5248699"/>
          <a:ext cx="4491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150">
                  <a:extLst>
                    <a:ext uri="{9D8B030D-6E8A-4147-A177-3AD203B41FA5}">
                      <a16:colId xmlns:a16="http://schemas.microsoft.com/office/drawing/2014/main" val="3243180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64238"/>
                  </a:ext>
                </a:extLst>
              </a:tr>
            </a:tbl>
          </a:graphicData>
        </a:graphic>
      </p:graphicFrame>
      <p:sp>
        <p:nvSpPr>
          <p:cNvPr id="136" name="Freeform 135">
            <a:extLst>
              <a:ext uri="{FF2B5EF4-FFF2-40B4-BE49-F238E27FC236}">
                <a16:creationId xmlns:a16="http://schemas.microsoft.com/office/drawing/2014/main" id="{BF247EF6-DB3C-E9C8-F960-8DA1D356C286}"/>
              </a:ext>
            </a:extLst>
          </p:cNvPr>
          <p:cNvSpPr/>
          <p:nvPr/>
        </p:nvSpPr>
        <p:spPr>
          <a:xfrm flipH="1" flipV="1">
            <a:off x="3114542" y="3882961"/>
            <a:ext cx="1507376" cy="542446"/>
          </a:xfrm>
          <a:custGeom>
            <a:avLst/>
            <a:gdLst>
              <a:gd name="connsiteX0" fmla="*/ 1148080 w 1178150"/>
              <a:gd name="connsiteY0" fmla="*/ 419429 h 438003"/>
              <a:gd name="connsiteX1" fmla="*/ 1097280 w 1178150"/>
              <a:gd name="connsiteY1" fmla="*/ 419429 h 438003"/>
              <a:gd name="connsiteX2" fmla="*/ 457200 w 1178150"/>
              <a:gd name="connsiteY2" fmla="*/ 226389 h 438003"/>
              <a:gd name="connsiteX3" fmla="*/ 121920 w 1178150"/>
              <a:gd name="connsiteY3" fmla="*/ 23189 h 438003"/>
              <a:gd name="connsiteX4" fmla="*/ 0 w 1178150"/>
              <a:gd name="connsiteY4" fmla="*/ 13029 h 43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8150" h="438003">
                <a:moveTo>
                  <a:pt x="1148080" y="419429"/>
                </a:moveTo>
                <a:cubicBezTo>
                  <a:pt x="1180253" y="435515"/>
                  <a:pt x="1212427" y="451602"/>
                  <a:pt x="1097280" y="419429"/>
                </a:cubicBezTo>
                <a:cubicBezTo>
                  <a:pt x="982133" y="387256"/>
                  <a:pt x="619760" y="292429"/>
                  <a:pt x="457200" y="226389"/>
                </a:cubicBezTo>
                <a:cubicBezTo>
                  <a:pt x="294640" y="160349"/>
                  <a:pt x="198120" y="58749"/>
                  <a:pt x="121920" y="23189"/>
                </a:cubicBezTo>
                <a:cubicBezTo>
                  <a:pt x="45720" y="-12371"/>
                  <a:pt x="22860" y="329"/>
                  <a:pt x="0" y="13029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37" name="Table 136">
            <a:extLst>
              <a:ext uri="{FF2B5EF4-FFF2-40B4-BE49-F238E27FC236}">
                <a16:creationId xmlns:a16="http://schemas.microsoft.com/office/drawing/2014/main" id="{77122F2A-5D3D-AD44-5581-19B10A2BC9C9}"/>
              </a:ext>
            </a:extLst>
          </p:cNvPr>
          <p:cNvGraphicFramePr>
            <a:graphicFrameLocks noGrp="1"/>
          </p:cNvGraphicFramePr>
          <p:nvPr/>
        </p:nvGraphicFramePr>
        <p:xfrm>
          <a:off x="2985192" y="4019015"/>
          <a:ext cx="4491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150">
                  <a:extLst>
                    <a:ext uri="{9D8B030D-6E8A-4147-A177-3AD203B41FA5}">
                      <a16:colId xmlns:a16="http://schemas.microsoft.com/office/drawing/2014/main" val="3243180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64238"/>
                  </a:ext>
                </a:extLst>
              </a:tr>
            </a:tbl>
          </a:graphicData>
        </a:graphic>
      </p:graphicFrame>
      <p:sp>
        <p:nvSpPr>
          <p:cNvPr id="139" name="Left Brace 138">
            <a:extLst>
              <a:ext uri="{FF2B5EF4-FFF2-40B4-BE49-F238E27FC236}">
                <a16:creationId xmlns:a16="http://schemas.microsoft.com/office/drawing/2014/main" id="{42F2C116-E3D1-133F-E1F1-B7207A47B701}"/>
              </a:ext>
            </a:extLst>
          </p:cNvPr>
          <p:cNvSpPr/>
          <p:nvPr/>
        </p:nvSpPr>
        <p:spPr>
          <a:xfrm rot="16200000">
            <a:off x="5965048" y="4032589"/>
            <a:ext cx="253166" cy="435664"/>
          </a:xfrm>
          <a:prstGeom prst="leftBrace">
            <a:avLst>
              <a:gd name="adj1" fmla="val 42445"/>
              <a:gd name="adj2" fmla="val 5128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42" name="Table 141">
            <a:extLst>
              <a:ext uri="{FF2B5EF4-FFF2-40B4-BE49-F238E27FC236}">
                <a16:creationId xmlns:a16="http://schemas.microsoft.com/office/drawing/2014/main" id="{92E5776E-F89C-12D6-048A-891759737CA6}"/>
              </a:ext>
            </a:extLst>
          </p:cNvPr>
          <p:cNvGraphicFramePr>
            <a:graphicFrameLocks noGrp="1"/>
          </p:cNvGraphicFramePr>
          <p:nvPr/>
        </p:nvGraphicFramePr>
        <p:xfrm>
          <a:off x="6104424" y="4606112"/>
          <a:ext cx="4491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150">
                  <a:extLst>
                    <a:ext uri="{9D8B030D-6E8A-4147-A177-3AD203B41FA5}">
                      <a16:colId xmlns:a16="http://schemas.microsoft.com/office/drawing/2014/main" val="3243180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64238"/>
                  </a:ext>
                </a:extLst>
              </a:tr>
            </a:tbl>
          </a:graphicData>
        </a:graphic>
      </p:graphicFrame>
      <p:sp>
        <p:nvSpPr>
          <p:cNvPr id="143" name="Freeform 142">
            <a:extLst>
              <a:ext uri="{FF2B5EF4-FFF2-40B4-BE49-F238E27FC236}">
                <a16:creationId xmlns:a16="http://schemas.microsoft.com/office/drawing/2014/main" id="{A84F74A2-F510-0423-A6DE-368F7595F331}"/>
              </a:ext>
            </a:extLst>
          </p:cNvPr>
          <p:cNvSpPr/>
          <p:nvPr/>
        </p:nvSpPr>
        <p:spPr>
          <a:xfrm>
            <a:off x="3686370" y="5955873"/>
            <a:ext cx="1005198" cy="293739"/>
          </a:xfrm>
          <a:custGeom>
            <a:avLst/>
            <a:gdLst>
              <a:gd name="connsiteX0" fmla="*/ 0 w 1503680"/>
              <a:gd name="connsiteY0" fmla="*/ 0 h 132080"/>
              <a:gd name="connsiteX1" fmla="*/ 1158240 w 1503680"/>
              <a:gd name="connsiteY1" fmla="*/ 81280 h 132080"/>
              <a:gd name="connsiteX2" fmla="*/ 1503680 w 1503680"/>
              <a:gd name="connsiteY2" fmla="*/ 132080 h 132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3680" h="132080">
                <a:moveTo>
                  <a:pt x="0" y="0"/>
                </a:moveTo>
                <a:lnTo>
                  <a:pt x="1158240" y="81280"/>
                </a:lnTo>
                <a:cubicBezTo>
                  <a:pt x="1408853" y="103293"/>
                  <a:pt x="1456266" y="117686"/>
                  <a:pt x="1503680" y="132080"/>
                </a:cubicBezTo>
              </a:path>
            </a:pathLst>
          </a:custGeom>
          <a:noFill/>
          <a:ln w="19050">
            <a:solidFill>
              <a:schemeClr val="accent4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A6D87EF-F744-609B-83FC-73C7DA4621B3}"/>
              </a:ext>
            </a:extLst>
          </p:cNvPr>
          <p:cNvSpPr txBox="1"/>
          <p:nvPr/>
        </p:nvSpPr>
        <p:spPr>
          <a:xfrm>
            <a:off x="4754580" y="6035829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-3+(-4)=-7</a:t>
            </a:r>
          </a:p>
        </p:txBody>
      </p:sp>
      <p:sp>
        <p:nvSpPr>
          <p:cNvPr id="147" name="Freeform 146">
            <a:extLst>
              <a:ext uri="{FF2B5EF4-FFF2-40B4-BE49-F238E27FC236}">
                <a16:creationId xmlns:a16="http://schemas.microsoft.com/office/drawing/2014/main" id="{6E632164-4DD7-C7BE-4863-DD7413BB44F8}"/>
              </a:ext>
            </a:extLst>
          </p:cNvPr>
          <p:cNvSpPr/>
          <p:nvPr/>
        </p:nvSpPr>
        <p:spPr>
          <a:xfrm>
            <a:off x="2915920" y="3251199"/>
            <a:ext cx="285638" cy="763847"/>
          </a:xfrm>
          <a:custGeom>
            <a:avLst/>
            <a:gdLst>
              <a:gd name="connsiteX0" fmla="*/ 0 w 386080"/>
              <a:gd name="connsiteY0" fmla="*/ 0 h 243840"/>
              <a:gd name="connsiteX1" fmla="*/ 274320 w 386080"/>
              <a:gd name="connsiteY1" fmla="*/ 182880 h 243840"/>
              <a:gd name="connsiteX2" fmla="*/ 386080 w 386080"/>
              <a:gd name="connsiteY2" fmla="*/ 243840 h 24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6080" h="243840">
                <a:moveTo>
                  <a:pt x="0" y="0"/>
                </a:moveTo>
                <a:cubicBezTo>
                  <a:pt x="104986" y="71120"/>
                  <a:pt x="209973" y="142240"/>
                  <a:pt x="274320" y="182880"/>
                </a:cubicBezTo>
                <a:cubicBezTo>
                  <a:pt x="338667" y="223520"/>
                  <a:pt x="362373" y="233680"/>
                  <a:pt x="386080" y="243840"/>
                </a:cubicBezTo>
              </a:path>
            </a:pathLst>
          </a:custGeom>
          <a:noFill/>
          <a:ln w="1905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48" name="Table 147">
            <a:extLst>
              <a:ext uri="{FF2B5EF4-FFF2-40B4-BE49-F238E27FC236}">
                <a16:creationId xmlns:a16="http://schemas.microsoft.com/office/drawing/2014/main" id="{852478E2-0770-E07C-388E-7EAFBD87F4DD}"/>
              </a:ext>
            </a:extLst>
          </p:cNvPr>
          <p:cNvGraphicFramePr>
            <a:graphicFrameLocks noGrp="1"/>
          </p:cNvGraphicFramePr>
          <p:nvPr/>
        </p:nvGraphicFramePr>
        <p:xfrm>
          <a:off x="3309899" y="3308470"/>
          <a:ext cx="4491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150">
                  <a:extLst>
                    <a:ext uri="{9D8B030D-6E8A-4147-A177-3AD203B41FA5}">
                      <a16:colId xmlns:a16="http://schemas.microsoft.com/office/drawing/2014/main" val="3243180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64238"/>
                  </a:ext>
                </a:extLst>
              </a:tr>
            </a:tbl>
          </a:graphicData>
        </a:graphic>
      </p:graphicFrame>
      <p:sp>
        <p:nvSpPr>
          <p:cNvPr id="161" name="Freeform 160">
            <a:extLst>
              <a:ext uri="{FF2B5EF4-FFF2-40B4-BE49-F238E27FC236}">
                <a16:creationId xmlns:a16="http://schemas.microsoft.com/office/drawing/2014/main" id="{8B4669EB-43AC-E173-E541-E86E5CF22E1E}"/>
              </a:ext>
            </a:extLst>
          </p:cNvPr>
          <p:cNvSpPr/>
          <p:nvPr/>
        </p:nvSpPr>
        <p:spPr>
          <a:xfrm>
            <a:off x="3190240" y="5059680"/>
            <a:ext cx="3164084" cy="735659"/>
          </a:xfrm>
          <a:custGeom>
            <a:avLst/>
            <a:gdLst>
              <a:gd name="connsiteX0" fmla="*/ 0 w 3164084"/>
              <a:gd name="connsiteY0" fmla="*/ 629920 h 735659"/>
              <a:gd name="connsiteX1" fmla="*/ 1767840 w 3164084"/>
              <a:gd name="connsiteY1" fmla="*/ 731520 h 735659"/>
              <a:gd name="connsiteX2" fmla="*/ 2966720 w 3164084"/>
              <a:gd name="connsiteY2" fmla="*/ 640080 h 735659"/>
              <a:gd name="connsiteX3" fmla="*/ 3149600 w 3164084"/>
              <a:gd name="connsiteY3" fmla="*/ 0 h 735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64084" h="735659">
                <a:moveTo>
                  <a:pt x="0" y="629920"/>
                </a:moveTo>
                <a:cubicBezTo>
                  <a:pt x="636693" y="679873"/>
                  <a:pt x="1273387" y="729827"/>
                  <a:pt x="1767840" y="731520"/>
                </a:cubicBezTo>
                <a:cubicBezTo>
                  <a:pt x="2262293" y="733213"/>
                  <a:pt x="2736427" y="762000"/>
                  <a:pt x="2966720" y="640080"/>
                </a:cubicBezTo>
                <a:cubicBezTo>
                  <a:pt x="3197013" y="518160"/>
                  <a:pt x="3173306" y="259080"/>
                  <a:pt x="3149600" y="0"/>
                </a:cubicBezTo>
              </a:path>
            </a:pathLst>
          </a:custGeom>
          <a:noFill/>
          <a:ln w="19050">
            <a:solidFill>
              <a:schemeClr val="accent4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146CECFD-1B2F-45D0-7F92-444CB6762F86}"/>
              </a:ext>
            </a:extLst>
          </p:cNvPr>
          <p:cNvSpPr/>
          <p:nvPr/>
        </p:nvSpPr>
        <p:spPr>
          <a:xfrm>
            <a:off x="9880371" y="4216705"/>
            <a:ext cx="805326" cy="370840"/>
          </a:xfrm>
          <a:prstGeom prst="ellipse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3" name="Freeform 162">
            <a:extLst>
              <a:ext uri="{FF2B5EF4-FFF2-40B4-BE49-F238E27FC236}">
                <a16:creationId xmlns:a16="http://schemas.microsoft.com/office/drawing/2014/main" id="{03AF14D6-C9B7-D6E9-8EA2-1CC3FC50A48F}"/>
              </a:ext>
            </a:extLst>
          </p:cNvPr>
          <p:cNvSpPr/>
          <p:nvPr/>
        </p:nvSpPr>
        <p:spPr>
          <a:xfrm>
            <a:off x="8133575" y="4439920"/>
            <a:ext cx="868185" cy="1304414"/>
          </a:xfrm>
          <a:custGeom>
            <a:avLst/>
            <a:gdLst>
              <a:gd name="connsiteX0" fmla="*/ 319545 w 868185"/>
              <a:gd name="connsiteY0" fmla="*/ 0 h 1304414"/>
              <a:gd name="connsiteX1" fmla="*/ 299225 w 868185"/>
              <a:gd name="connsiteY1" fmla="*/ 426720 h 1304414"/>
              <a:gd name="connsiteX2" fmla="*/ 4585 w 868185"/>
              <a:gd name="connsiteY2" fmla="*/ 660400 h 1304414"/>
              <a:gd name="connsiteX3" fmla="*/ 563385 w 868185"/>
              <a:gd name="connsiteY3" fmla="*/ 1209040 h 1304414"/>
              <a:gd name="connsiteX4" fmla="*/ 868185 w 868185"/>
              <a:gd name="connsiteY4" fmla="*/ 1300480 h 1304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8185" h="1304414">
                <a:moveTo>
                  <a:pt x="319545" y="0"/>
                </a:moveTo>
                <a:cubicBezTo>
                  <a:pt x="335631" y="158326"/>
                  <a:pt x="351718" y="316653"/>
                  <a:pt x="299225" y="426720"/>
                </a:cubicBezTo>
                <a:cubicBezTo>
                  <a:pt x="246732" y="536787"/>
                  <a:pt x="-39442" y="530013"/>
                  <a:pt x="4585" y="660400"/>
                </a:cubicBezTo>
                <a:cubicBezTo>
                  <a:pt x="48612" y="790787"/>
                  <a:pt x="419452" y="1102360"/>
                  <a:pt x="563385" y="1209040"/>
                </a:cubicBezTo>
                <a:cubicBezTo>
                  <a:pt x="707318" y="1315720"/>
                  <a:pt x="787751" y="1308100"/>
                  <a:pt x="868185" y="1300480"/>
                </a:cubicBezTo>
              </a:path>
            </a:pathLst>
          </a:custGeom>
          <a:noFill/>
          <a:ln w="1905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64" name="Table 163">
            <a:extLst>
              <a:ext uri="{FF2B5EF4-FFF2-40B4-BE49-F238E27FC236}">
                <a16:creationId xmlns:a16="http://schemas.microsoft.com/office/drawing/2014/main" id="{78160E5E-070A-D9C0-D2EE-979E4DF490DA}"/>
              </a:ext>
            </a:extLst>
          </p:cNvPr>
          <p:cNvGraphicFramePr>
            <a:graphicFrameLocks noGrp="1"/>
          </p:cNvGraphicFramePr>
          <p:nvPr/>
        </p:nvGraphicFramePr>
        <p:xfrm>
          <a:off x="9008904" y="5553174"/>
          <a:ext cx="4491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150">
                  <a:extLst>
                    <a:ext uri="{9D8B030D-6E8A-4147-A177-3AD203B41FA5}">
                      <a16:colId xmlns:a16="http://schemas.microsoft.com/office/drawing/2014/main" val="3243180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64238"/>
                  </a:ext>
                </a:extLst>
              </a:tr>
            </a:tbl>
          </a:graphicData>
        </a:graphic>
      </p:graphicFrame>
      <p:sp>
        <p:nvSpPr>
          <p:cNvPr id="165" name="TextBox 164">
            <a:extLst>
              <a:ext uri="{FF2B5EF4-FFF2-40B4-BE49-F238E27FC236}">
                <a16:creationId xmlns:a16="http://schemas.microsoft.com/office/drawing/2014/main" id="{57FEC7EA-CD2E-1B98-5448-9DF6F91F6F71}"/>
              </a:ext>
            </a:extLst>
          </p:cNvPr>
          <p:cNvSpPr txBox="1"/>
          <p:nvPr/>
        </p:nvSpPr>
        <p:spPr>
          <a:xfrm>
            <a:off x="9455348" y="5495981"/>
            <a:ext cx="17662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C2: FIND-MAXIMUM-SUBARRAY(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6, 9)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8725A950-8B6F-5F7F-F6A7-B46FCB7FB857}"/>
              </a:ext>
            </a:extLst>
          </p:cNvPr>
          <p:cNvSpPr txBox="1"/>
          <p:nvPr/>
        </p:nvSpPr>
        <p:spPr>
          <a:xfrm>
            <a:off x="6198074" y="6028146"/>
            <a:ext cx="3539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C3: FIND-MAX-CROSSING-SUBARRAY(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A, 1, 5, 9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167" name="Table 166">
            <a:extLst>
              <a:ext uri="{FF2B5EF4-FFF2-40B4-BE49-F238E27FC236}">
                <a16:creationId xmlns:a16="http://schemas.microsoft.com/office/drawing/2014/main" id="{DE26A119-DE6A-81FF-EF8C-96683721EDCB}"/>
              </a:ext>
            </a:extLst>
          </p:cNvPr>
          <p:cNvGraphicFramePr>
            <a:graphicFrameLocks noGrp="1"/>
          </p:cNvGraphicFramePr>
          <p:nvPr/>
        </p:nvGraphicFramePr>
        <p:xfrm>
          <a:off x="9719431" y="5936410"/>
          <a:ext cx="119240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2409">
                  <a:extLst>
                    <a:ext uri="{9D8B030D-6E8A-4147-A177-3AD203B41FA5}">
                      <a16:colId xmlns:a16="http://schemas.microsoft.com/office/drawing/2014/main" val="3243180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-1+(-2)=-3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64238"/>
                  </a:ext>
                </a:extLst>
              </a:tr>
            </a:tbl>
          </a:graphicData>
        </a:graphic>
      </p:graphicFrame>
      <p:sp>
        <p:nvSpPr>
          <p:cNvPr id="168" name="Right Arrow 167">
            <a:extLst>
              <a:ext uri="{FF2B5EF4-FFF2-40B4-BE49-F238E27FC236}">
                <a16:creationId xmlns:a16="http://schemas.microsoft.com/office/drawing/2014/main" id="{D802A47F-4A49-738A-11CC-325F16F23D93}"/>
              </a:ext>
            </a:extLst>
          </p:cNvPr>
          <p:cNvSpPr/>
          <p:nvPr/>
        </p:nvSpPr>
        <p:spPr>
          <a:xfrm>
            <a:off x="11221622" y="4976952"/>
            <a:ext cx="279498" cy="2717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69" name="Table 168">
            <a:extLst>
              <a:ext uri="{FF2B5EF4-FFF2-40B4-BE49-F238E27FC236}">
                <a16:creationId xmlns:a16="http://schemas.microsoft.com/office/drawing/2014/main" id="{340C2AE6-2D19-9AB7-6098-2AAAF9D1B148}"/>
              </a:ext>
            </a:extLst>
          </p:cNvPr>
          <p:cNvGraphicFramePr>
            <a:graphicFrameLocks noGrp="1"/>
          </p:cNvGraphicFramePr>
          <p:nvPr/>
        </p:nvGraphicFramePr>
        <p:xfrm>
          <a:off x="11559486" y="4934031"/>
          <a:ext cx="4491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150">
                  <a:extLst>
                    <a:ext uri="{9D8B030D-6E8A-4147-A177-3AD203B41FA5}">
                      <a16:colId xmlns:a16="http://schemas.microsoft.com/office/drawing/2014/main" val="3243180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64238"/>
                  </a:ext>
                </a:extLst>
              </a:tr>
            </a:tbl>
          </a:graphicData>
        </a:graphic>
      </p:graphicFrame>
      <p:sp>
        <p:nvSpPr>
          <p:cNvPr id="172" name="Freeform 171">
            <a:extLst>
              <a:ext uri="{FF2B5EF4-FFF2-40B4-BE49-F238E27FC236}">
                <a16:creationId xmlns:a16="http://schemas.microsoft.com/office/drawing/2014/main" id="{F0983F70-A620-9E57-40AA-75C7BA9D4E22}"/>
              </a:ext>
            </a:extLst>
          </p:cNvPr>
          <p:cNvSpPr/>
          <p:nvPr/>
        </p:nvSpPr>
        <p:spPr>
          <a:xfrm>
            <a:off x="3538330" y="4392341"/>
            <a:ext cx="1083199" cy="122154"/>
          </a:xfrm>
          <a:custGeom>
            <a:avLst/>
            <a:gdLst>
              <a:gd name="connsiteX0" fmla="*/ 0 w 1143000"/>
              <a:gd name="connsiteY0" fmla="*/ 70329 h 110085"/>
              <a:gd name="connsiteX1" fmla="*/ 636105 w 1143000"/>
              <a:gd name="connsiteY1" fmla="*/ 755 h 110085"/>
              <a:gd name="connsiteX2" fmla="*/ 1143000 w 1143000"/>
              <a:gd name="connsiteY2" fmla="*/ 110085 h 110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43000" h="110085">
                <a:moveTo>
                  <a:pt x="0" y="70329"/>
                </a:moveTo>
                <a:cubicBezTo>
                  <a:pt x="222802" y="32229"/>
                  <a:pt x="445605" y="-5871"/>
                  <a:pt x="636105" y="755"/>
                </a:cubicBezTo>
                <a:cubicBezTo>
                  <a:pt x="826605" y="7381"/>
                  <a:pt x="984802" y="58733"/>
                  <a:pt x="1143000" y="110085"/>
                </a:cubicBezTo>
              </a:path>
            </a:pathLst>
          </a:custGeom>
          <a:noFill/>
          <a:ln w="1905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3" name="Left Brace 172">
            <a:extLst>
              <a:ext uri="{FF2B5EF4-FFF2-40B4-BE49-F238E27FC236}">
                <a16:creationId xmlns:a16="http://schemas.microsoft.com/office/drawing/2014/main" id="{213D17AE-0C8E-2C85-C006-FCD4F66725C3}"/>
              </a:ext>
            </a:extLst>
          </p:cNvPr>
          <p:cNvSpPr/>
          <p:nvPr/>
        </p:nvSpPr>
        <p:spPr>
          <a:xfrm rot="16200000">
            <a:off x="6438975" y="4035885"/>
            <a:ext cx="253166" cy="435664"/>
          </a:xfrm>
          <a:prstGeom prst="leftBrace">
            <a:avLst>
              <a:gd name="adj1" fmla="val 42445"/>
              <a:gd name="adj2" fmla="val 5128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4275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9" grpId="0" animBg="1"/>
      <p:bldP spid="61" grpId="0" animBg="1"/>
      <p:bldP spid="69" grpId="0" animBg="1"/>
      <p:bldP spid="71" grpId="0" animBg="1"/>
      <p:bldP spid="72" grpId="0" animBg="1"/>
      <p:bldP spid="73" grpId="0"/>
      <p:bldP spid="74" grpId="0"/>
      <p:bldP spid="75" grpId="0"/>
      <p:bldP spid="77" grpId="0" animBg="1"/>
      <p:bldP spid="92" grpId="0"/>
      <p:bldP spid="93" grpId="0"/>
      <p:bldP spid="94" grpId="0"/>
      <p:bldP spid="95" grpId="0"/>
      <p:bldP spid="96" grpId="0"/>
      <p:bldP spid="97" grpId="0" animBg="1"/>
      <p:bldP spid="100" grpId="0"/>
      <p:bldP spid="101" grpId="0"/>
      <p:bldP spid="102" grpId="0" animBg="1"/>
      <p:bldP spid="109" grpId="0" animBg="1"/>
      <p:bldP spid="110" grpId="0" animBg="1"/>
      <p:bldP spid="113" grpId="0"/>
      <p:bldP spid="114" grpId="0"/>
      <p:bldP spid="115" grpId="0"/>
      <p:bldP spid="128" grpId="0"/>
      <p:bldP spid="129" grpId="0" animBg="1"/>
      <p:bldP spid="131" grpId="0" animBg="1"/>
      <p:bldP spid="136" grpId="0" animBg="1"/>
      <p:bldP spid="139" grpId="0" animBg="1"/>
      <p:bldP spid="143" grpId="0" animBg="1"/>
      <p:bldP spid="144" grpId="0"/>
      <p:bldP spid="147" grpId="0" animBg="1"/>
      <p:bldP spid="161" grpId="0" animBg="1"/>
      <p:bldP spid="162" grpId="0" animBg="1"/>
      <p:bldP spid="163" grpId="0" animBg="1"/>
      <p:bldP spid="165" grpId="0"/>
      <p:bldP spid="166" grpId="0"/>
      <p:bldP spid="168" grpId="0" animBg="1"/>
      <p:bldP spid="172" grpId="0" animBg="1"/>
      <p:bldP spid="173" grpId="0" animBg="1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Microsoft Macintosh PowerPoint</Application>
  <PresentationFormat>Widescreen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Aptos</vt:lpstr>
      <vt:lpstr>Arial</vt:lpstr>
      <vt:lpstr>Avenir Next</vt:lpstr>
      <vt:lpstr>Avenir Next Medium</vt:lpstr>
      <vt:lpstr>Calibri</vt:lpstr>
      <vt:lpstr>Cambria Math</vt:lpstr>
      <vt:lpstr>Courier New</vt:lpstr>
      <vt:lpstr>Georgia</vt:lpstr>
      <vt:lpstr>Times New Roman</vt:lpstr>
      <vt:lpstr>Wingdings</vt:lpstr>
      <vt:lpstr>1_Office Theme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Hyunjong Choi</dc:creator>
  <cp:lastModifiedBy>Hyunjong Choi</cp:lastModifiedBy>
  <cp:revision>1</cp:revision>
  <dcterms:created xsi:type="dcterms:W3CDTF">2025-02-06T21:40:17Z</dcterms:created>
  <dcterms:modified xsi:type="dcterms:W3CDTF">2025-02-06T21:40:49Z</dcterms:modified>
</cp:coreProperties>
</file>