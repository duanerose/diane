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0B991D-9AA7-294E-8D48-E1D46CD9F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 baseline="0">
                <a:latin typeface="Avenir Next Medium" panose="020B05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A6207-70AF-3546-B6E3-D4EEC77ED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5898" y="573188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Avenir Next" panose="020B0503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F3119-CA32-2348-A953-91EE8A22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3625" y="640095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 baseline="0">
                <a:solidFill>
                  <a:schemeClr val="bg1"/>
                </a:solidFill>
                <a:latin typeface="Avenir Next" panose="020B0503020202020204" pitchFamily="34" charset="0"/>
              </a:defRPr>
            </a:lvl1pPr>
          </a:lstStyle>
          <a:p>
            <a:fld id="{EA9F6C9A-5AA3-A342-A834-50B3BB0517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6BB730-F25B-B34A-9ABE-7A65C4E8B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139"/>
            <a:ext cx="10515600" cy="1393902"/>
          </a:xfrm>
          <a:prstGeom prst="rect">
            <a:avLst/>
          </a:prstGeom>
        </p:spPr>
        <p:txBody>
          <a:bodyPr/>
          <a:lstStyle>
            <a:lvl1pPr algn="ctr">
              <a:defRPr sz="4000" b="0" i="0" baseline="0">
                <a:solidFill>
                  <a:srgbClr val="C00000"/>
                </a:solidFill>
                <a:latin typeface="Georgia" panose="02040502050405020303" pitchFamily="18" charset="0"/>
              </a:defRPr>
            </a:lvl1pPr>
          </a:lstStyle>
          <a:p>
            <a:pPr algn="ctr"/>
            <a:r>
              <a:rPr lang="en-US" sz="4400" b="1" kern="400" spc="-150" dirty="0">
                <a:solidFill>
                  <a:srgbClr val="C00000"/>
                </a:solidFill>
                <a:latin typeface="Georgia" panose="02040502050405020303" pitchFamily="18" charset="0"/>
              </a:rPr>
              <a:t>Click to edit text</a:t>
            </a:r>
            <a:endParaRPr lang="en-US" sz="4400" b="1" spc="-15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613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6C51-34F3-DF4E-9A91-C4CD16C3A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  <a:prstGeom prst="rect">
            <a:avLst/>
          </a:prstGeom>
        </p:spPr>
        <p:txBody>
          <a:bodyPr/>
          <a:lstStyle>
            <a:lvl1pPr algn="l">
              <a:defRPr b="1" i="0" baseline="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US" sz="4400" b="1" spc="-15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75EFA-5341-E54F-A4B3-F2ACE3AAEF8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219200"/>
            <a:ext cx="10515600" cy="500431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q"/>
              <a:defRPr sz="2400" b="0" i="0" baseline="0"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•"/>
              <a:defRPr sz="2200" b="0" i="0">
                <a:latin typeface="+mn-lt"/>
              </a:defRPr>
            </a:lvl2pPr>
            <a:lvl3pPr marL="1143000" indent="-228600">
              <a:buFont typeface="Wingdings" pitchFamily="2" charset="2"/>
              <a:buChar char="ü"/>
              <a:defRPr sz="2000" b="0" i="0">
                <a:latin typeface="+mn-lt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800" b="0" i="0">
                <a:latin typeface="+mn-lt"/>
              </a:defRPr>
            </a:lvl4pPr>
            <a:lvl5pPr>
              <a:defRPr sz="2000" b="0" i="0">
                <a:latin typeface="+mn-lt"/>
              </a:defRPr>
            </a:lvl5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748B3-4707-494F-8592-99CCA944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40095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 baseline="0">
                <a:solidFill>
                  <a:schemeClr val="bg1"/>
                </a:solidFill>
                <a:latin typeface="Avenir Next" panose="020B0503020202020204" pitchFamily="34" charset="0"/>
              </a:defRPr>
            </a:lvl1pPr>
          </a:lstStyle>
          <a:p>
            <a:fld id="{EA9F6C9A-5AA3-A342-A834-50B3BB0517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96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B73243-6B8D-4648-9DFA-8806F163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5898" y="573188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Avenir Next" panose="020B0503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BC4AC-DCF1-C149-9701-F8B1F163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09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Avenir Next" panose="020B0503020202020204" pitchFamily="34" charset="0"/>
              </a:defRPr>
            </a:lvl1pPr>
          </a:lstStyle>
          <a:p>
            <a:fld id="{EA9F6C9A-5AA3-A342-A834-50B3BB0517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76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E575-035C-EC4E-ABBA-2988763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 b="1" i="0" baseline="0">
                <a:solidFill>
                  <a:srgbClr val="C00000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AB63D7-C9E8-014C-BA80-CFD242AEA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52895"/>
            <a:ext cx="6172200" cy="44989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latin typeface="Avenir Next Medium" panose="020B0503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9D82C-FC25-944F-9FCD-F70F78997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4847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baseline="0">
                <a:latin typeface="Avenir Next Medium" panose="020B0503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92A40-B1FA-8542-A153-323B6F16E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5898" y="573188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Avenir Next" panose="020B0503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D1F92-0938-3148-AA76-C474AF3C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09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Avenir Next" panose="020B0503020202020204" pitchFamily="34" charset="0"/>
              </a:defRPr>
            </a:lvl1pPr>
          </a:lstStyle>
          <a:p>
            <a:fld id="{EA9F6C9A-5AA3-A342-A834-50B3BB0517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881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57074E-087D-244D-BC5A-5B4E178F8D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05" y="6333515"/>
            <a:ext cx="12191095" cy="52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5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8.png"/><Relationship Id="rId21" Type="http://schemas.openxmlformats.org/officeDocument/2006/relationships/image" Target="../media/image33.png"/><Relationship Id="rId34" Type="http://schemas.openxmlformats.org/officeDocument/2006/relationships/image" Target="../media/image46.png"/><Relationship Id="rId42" Type="http://schemas.openxmlformats.org/officeDocument/2006/relationships/image" Target="../media/image93.png"/><Relationship Id="rId47" Type="http://schemas.openxmlformats.org/officeDocument/2006/relationships/image" Target="../media/image98.png"/><Relationship Id="rId50" Type="http://schemas.openxmlformats.org/officeDocument/2006/relationships/image" Target="../media/image101.png"/><Relationship Id="rId55" Type="http://schemas.openxmlformats.org/officeDocument/2006/relationships/image" Target="../media/image106.png"/><Relationship Id="rId63" Type="http://schemas.openxmlformats.org/officeDocument/2006/relationships/image" Target="../media/image114.png"/><Relationship Id="rId7" Type="http://schemas.openxmlformats.org/officeDocument/2006/relationships/image" Target="../media/image191.png"/><Relationship Id="rId2" Type="http://schemas.openxmlformats.org/officeDocument/2006/relationships/image" Target="../media/image140.png"/><Relationship Id="rId16" Type="http://schemas.openxmlformats.org/officeDocument/2006/relationships/image" Target="../media/image28.png"/><Relationship Id="rId29" Type="http://schemas.openxmlformats.org/officeDocument/2006/relationships/image" Target="../media/image41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37" Type="http://schemas.openxmlformats.org/officeDocument/2006/relationships/image" Target="../media/image49.png"/><Relationship Id="rId40" Type="http://schemas.openxmlformats.org/officeDocument/2006/relationships/image" Target="../media/image81.png"/><Relationship Id="rId45" Type="http://schemas.openxmlformats.org/officeDocument/2006/relationships/image" Target="../media/image96.png"/><Relationship Id="rId53" Type="http://schemas.openxmlformats.org/officeDocument/2006/relationships/image" Target="../media/image104.png"/><Relationship Id="rId58" Type="http://schemas.openxmlformats.org/officeDocument/2006/relationships/image" Target="../media/image109.png"/><Relationship Id="rId5" Type="http://schemas.openxmlformats.org/officeDocument/2006/relationships/image" Target="../media/image171.png"/><Relationship Id="rId61" Type="http://schemas.openxmlformats.org/officeDocument/2006/relationships/image" Target="../media/image112.png"/><Relationship Id="rId19" Type="http://schemas.openxmlformats.org/officeDocument/2006/relationships/image" Target="../media/image3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43" Type="http://schemas.openxmlformats.org/officeDocument/2006/relationships/image" Target="../media/image94.png"/><Relationship Id="rId48" Type="http://schemas.openxmlformats.org/officeDocument/2006/relationships/image" Target="../media/image99.png"/><Relationship Id="rId56" Type="http://schemas.openxmlformats.org/officeDocument/2006/relationships/image" Target="../media/image107.png"/><Relationship Id="rId64" Type="http://schemas.openxmlformats.org/officeDocument/2006/relationships/image" Target="../media/image115.png"/><Relationship Id="rId8" Type="http://schemas.openxmlformats.org/officeDocument/2006/relationships/image" Target="../media/image20.png"/><Relationship Id="rId51" Type="http://schemas.openxmlformats.org/officeDocument/2006/relationships/image" Target="../media/image102.png"/><Relationship Id="rId3" Type="http://schemas.openxmlformats.org/officeDocument/2006/relationships/image" Target="../media/image151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image" Target="../media/image79.png"/><Relationship Id="rId46" Type="http://schemas.openxmlformats.org/officeDocument/2006/relationships/image" Target="../media/image97.png"/><Relationship Id="rId59" Type="http://schemas.openxmlformats.org/officeDocument/2006/relationships/image" Target="../media/image110.png"/><Relationship Id="rId20" Type="http://schemas.openxmlformats.org/officeDocument/2006/relationships/image" Target="../media/image32.png"/><Relationship Id="rId41" Type="http://schemas.openxmlformats.org/officeDocument/2006/relationships/image" Target="../media/image87.png"/><Relationship Id="rId54" Type="http://schemas.openxmlformats.org/officeDocument/2006/relationships/image" Target="../media/image105.png"/><Relationship Id="rId6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49" Type="http://schemas.openxmlformats.org/officeDocument/2006/relationships/image" Target="../media/image100.png"/><Relationship Id="rId57" Type="http://schemas.openxmlformats.org/officeDocument/2006/relationships/image" Target="../media/image108.png"/><Relationship Id="rId10" Type="http://schemas.openxmlformats.org/officeDocument/2006/relationships/image" Target="../media/image22.png"/><Relationship Id="rId31" Type="http://schemas.openxmlformats.org/officeDocument/2006/relationships/image" Target="../media/image43.png"/><Relationship Id="rId44" Type="http://schemas.openxmlformats.org/officeDocument/2006/relationships/image" Target="../media/image95.png"/><Relationship Id="rId52" Type="http://schemas.openxmlformats.org/officeDocument/2006/relationships/image" Target="../media/image103.png"/><Relationship Id="rId60" Type="http://schemas.openxmlformats.org/officeDocument/2006/relationships/image" Target="../media/image111.png"/><Relationship Id="rId65" Type="http://schemas.openxmlformats.org/officeDocument/2006/relationships/image" Target="../media/image116.png"/><Relationship Id="rId4" Type="http://schemas.openxmlformats.org/officeDocument/2006/relationships/image" Target="../media/image161.png"/><Relationship Id="rId9" Type="http://schemas.openxmlformats.org/officeDocument/2006/relationships/image" Target="../media/image21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9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CC2B7443-282F-D00C-C60E-720386878D53}"/>
              </a:ext>
            </a:extLst>
          </p:cNvPr>
          <p:cNvSpPr/>
          <p:nvPr/>
        </p:nvSpPr>
        <p:spPr>
          <a:xfrm>
            <a:off x="4691989" y="2878113"/>
            <a:ext cx="6805629" cy="655908"/>
          </a:xfrm>
          <a:prstGeom prst="roundRect">
            <a:avLst>
              <a:gd name="adj" fmla="val 1271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F56ECE64-0C5E-7480-4711-BC677256EBA6}"/>
              </a:ext>
            </a:extLst>
          </p:cNvPr>
          <p:cNvSpPr/>
          <p:nvPr/>
        </p:nvSpPr>
        <p:spPr>
          <a:xfrm>
            <a:off x="4665807" y="3688802"/>
            <a:ext cx="6805629" cy="655908"/>
          </a:xfrm>
          <a:prstGeom prst="roundRect">
            <a:avLst>
              <a:gd name="adj" fmla="val 1271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3E352E1C-6D6A-5956-1BC4-950176188A89}"/>
              </a:ext>
            </a:extLst>
          </p:cNvPr>
          <p:cNvSpPr/>
          <p:nvPr/>
        </p:nvSpPr>
        <p:spPr>
          <a:xfrm>
            <a:off x="4692535" y="2118567"/>
            <a:ext cx="6805629" cy="655908"/>
          </a:xfrm>
          <a:prstGeom prst="roundRect">
            <a:avLst>
              <a:gd name="adj" fmla="val 1271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9AFD36A0-444D-7FC2-95EA-1D5C1A16C257}"/>
              </a:ext>
            </a:extLst>
          </p:cNvPr>
          <p:cNvSpPr/>
          <p:nvPr/>
        </p:nvSpPr>
        <p:spPr>
          <a:xfrm>
            <a:off x="4632974" y="4435286"/>
            <a:ext cx="6805629" cy="811077"/>
          </a:xfrm>
          <a:prstGeom prst="roundRect">
            <a:avLst>
              <a:gd name="adj" fmla="val 1271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6AF6C50-01DD-029C-B179-9ADB8B1BA8BC}"/>
              </a:ext>
            </a:extLst>
          </p:cNvPr>
          <p:cNvSpPr/>
          <p:nvPr/>
        </p:nvSpPr>
        <p:spPr>
          <a:xfrm>
            <a:off x="4717777" y="1377228"/>
            <a:ext cx="6805629" cy="655908"/>
          </a:xfrm>
          <a:prstGeom prst="roundRect">
            <a:avLst>
              <a:gd name="adj" fmla="val 1271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53861617-719F-24B5-44A7-CB305629A8F2}"/>
              </a:ext>
            </a:extLst>
          </p:cNvPr>
          <p:cNvSpPr/>
          <p:nvPr/>
        </p:nvSpPr>
        <p:spPr>
          <a:xfrm>
            <a:off x="5152103" y="5304911"/>
            <a:ext cx="5919020" cy="944127"/>
          </a:xfrm>
          <a:prstGeom prst="roundRect">
            <a:avLst>
              <a:gd name="adj" fmla="val 1271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7B74B06B-23F9-039F-C98E-8C8CF80EB902}"/>
              </a:ext>
            </a:extLst>
          </p:cNvPr>
          <p:cNvSpPr/>
          <p:nvPr/>
        </p:nvSpPr>
        <p:spPr>
          <a:xfrm>
            <a:off x="5084464" y="167149"/>
            <a:ext cx="5921335" cy="1140600"/>
          </a:xfrm>
          <a:prstGeom prst="roundRect">
            <a:avLst>
              <a:gd name="adj" fmla="val 1271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5556AB-105D-58EA-73D1-2D355DAD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25442" cy="732155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ABB06-A552-C894-5DF9-899790D80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Merge-sort procedure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B0F9C-82DD-FEB9-2DA8-50281579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9F6C9A-5AA3-A342-A834-50B3BB05176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2D353C-4D2C-DBFB-687B-59BD7427835E}"/>
                  </a:ext>
                </a:extLst>
              </p:cNvPr>
              <p:cNvSpPr txBox="1"/>
              <p:nvPr/>
            </p:nvSpPr>
            <p:spPr>
              <a:xfrm>
                <a:off x="284407" y="1664380"/>
                <a:ext cx="3333864" cy="15696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MERGE-SORT(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)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if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𝑟</m:t>
                    </m:r>
                  </m:oMath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)/2</m:t>
                        </m:r>
                      </m:e>
                    </m:d>
                  </m:oMath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MERGE-SORT(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q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)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MERGE-SORT(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q+1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)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MERGE(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q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2D353C-4D2C-DBFB-687B-59BD74278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07" y="1664380"/>
                <a:ext cx="3333864" cy="1569660"/>
              </a:xfrm>
              <a:prstGeom prst="rect">
                <a:avLst/>
              </a:prstGeom>
              <a:blipFill>
                <a:blip r:embed="rId2"/>
                <a:stretch>
                  <a:fillRect l="-911" t="-769" b="-34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144FE27-1BDC-FBA4-899D-2AD770F8923A}"/>
                  </a:ext>
                </a:extLst>
              </p:cNvPr>
              <p:cNvSpPr/>
              <p:nvPr/>
            </p:nvSpPr>
            <p:spPr>
              <a:xfrm>
                <a:off x="1143000" y="4109731"/>
                <a:ext cx="2710543" cy="156966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 startAt="12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for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=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to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 startAt="12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</a:t>
                </a: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if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[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]≤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𝑅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𝑗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 startAt="12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e>
                    </m:d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[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]</m:t>
                    </m:r>
                  </m:oMath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 startAt="12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   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= </a:t>
                </a:r>
                <a:r>
                  <a:rPr kumimoji="0" lang="en-US" sz="16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+ 1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 startAt="12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</a:t>
                </a: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else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e>
                    </m:d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[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]</m:t>
                    </m:r>
                  </m:oMath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 startAt="12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   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j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= 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j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+ 1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144FE27-1BDC-FBA4-899D-2AD770F8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109731"/>
                <a:ext cx="2710543" cy="1569660"/>
              </a:xfrm>
              <a:prstGeom prst="rect">
                <a:avLst/>
              </a:prstGeom>
              <a:blipFill>
                <a:blip r:embed="rId3"/>
                <a:stretch>
                  <a:fillRect l="-901" t="-1163" b="-34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E5AA5FB1-870C-763D-1954-BD582A226679}"/>
              </a:ext>
            </a:extLst>
          </p:cNvPr>
          <p:cNvSpPr/>
          <p:nvPr/>
        </p:nvSpPr>
        <p:spPr>
          <a:xfrm>
            <a:off x="1130710" y="3452596"/>
            <a:ext cx="2487561" cy="22267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MERGE(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……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allout: Double Bent Line with Border and Accent Bar 8">
            <a:extLst>
              <a:ext uri="{FF2B5EF4-FFF2-40B4-BE49-F238E27FC236}">
                <a16:creationId xmlns:a16="http://schemas.microsoft.com/office/drawing/2014/main" id="{B176CEEC-0823-C365-10F8-662F988D0729}"/>
              </a:ext>
            </a:extLst>
          </p:cNvPr>
          <p:cNvSpPr/>
          <p:nvPr/>
        </p:nvSpPr>
        <p:spPr>
          <a:xfrm>
            <a:off x="1130710" y="2920181"/>
            <a:ext cx="1651819" cy="285136"/>
          </a:xfrm>
          <a:prstGeom prst="accentBorderCallout3">
            <a:avLst>
              <a:gd name="adj1" fmla="val 25646"/>
              <a:gd name="adj2" fmla="val 0"/>
              <a:gd name="adj3" fmla="val 18750"/>
              <a:gd name="adj4" fmla="val -16667"/>
              <a:gd name="adj5" fmla="val 100000"/>
              <a:gd name="adj6" fmla="val -16667"/>
              <a:gd name="adj7" fmla="val 233652"/>
              <a:gd name="adj8" fmla="val 476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8B6D030-1ED1-F6AC-DF0B-C87B2421F680}"/>
              </a:ext>
            </a:extLst>
          </p:cNvPr>
          <p:cNvGraphicFramePr>
            <a:graphicFrameLocks noGrp="1"/>
          </p:cNvGraphicFramePr>
          <p:nvPr/>
        </p:nvGraphicFramePr>
        <p:xfrm>
          <a:off x="6350558" y="534246"/>
          <a:ext cx="33762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617437997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2791104858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1185800311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1777749601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1826719173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642122587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2361071456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623532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1763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02594A-682B-104F-CFCF-3B12B9E076DB}"/>
                  </a:ext>
                </a:extLst>
              </p:cNvPr>
              <p:cNvSpPr txBox="1"/>
              <p:nvPr/>
            </p:nvSpPr>
            <p:spPr>
              <a:xfrm>
                <a:off x="6542170" y="159610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02594A-682B-104F-CFCF-3B12B9E07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170" y="159610"/>
                <a:ext cx="183960" cy="276999"/>
              </a:xfrm>
              <a:prstGeom prst="rect">
                <a:avLst/>
              </a:prstGeom>
              <a:blipFill>
                <a:blip r:embed="rId4"/>
                <a:stretch>
                  <a:fillRect l="-33333" r="-3000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D92FA6-0200-6440-DFD9-F96461EF9C98}"/>
                  </a:ext>
                </a:extLst>
              </p:cNvPr>
              <p:cNvSpPr txBox="1"/>
              <p:nvPr/>
            </p:nvSpPr>
            <p:spPr>
              <a:xfrm>
                <a:off x="9387107" y="173510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D92FA6-0200-6440-DFD9-F96461EF9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107" y="173510"/>
                <a:ext cx="166969" cy="276999"/>
              </a:xfrm>
              <a:prstGeom prst="rect">
                <a:avLst/>
              </a:prstGeom>
              <a:blipFill>
                <a:blip r:embed="rId5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8FA2AC-F585-821A-F39D-52132B761543}"/>
                  </a:ext>
                </a:extLst>
              </p:cNvPr>
              <p:cNvSpPr txBox="1"/>
              <p:nvPr/>
            </p:nvSpPr>
            <p:spPr>
              <a:xfrm>
                <a:off x="7725411" y="173408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8FA2AC-F585-821A-F39D-52132B761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411" y="173408"/>
                <a:ext cx="195910" cy="276999"/>
              </a:xfrm>
              <a:prstGeom prst="rect">
                <a:avLst/>
              </a:prstGeom>
              <a:blipFill>
                <a:blip r:embed="rId6"/>
                <a:stretch>
                  <a:fillRect l="-28125" r="-2187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9835D82-0B2B-50AB-1A3D-1C512DAA98A2}"/>
              </a:ext>
            </a:extLst>
          </p:cNvPr>
          <p:cNvGraphicFramePr>
            <a:graphicFrameLocks noGrp="1"/>
          </p:cNvGraphicFramePr>
          <p:nvPr/>
        </p:nvGraphicFramePr>
        <p:xfrm>
          <a:off x="5506496" y="1454785"/>
          <a:ext cx="16881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2913585009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319823018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2335959422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27910816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88187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0647FAE-727D-7C97-1EE0-C1915318EB8D}"/>
              </a:ext>
            </a:extLst>
          </p:cNvPr>
          <p:cNvGraphicFramePr>
            <a:graphicFrameLocks noGrp="1"/>
          </p:cNvGraphicFramePr>
          <p:nvPr/>
        </p:nvGraphicFramePr>
        <p:xfrm>
          <a:off x="8882744" y="1454785"/>
          <a:ext cx="16881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4045150596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2618049272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293138480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877587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224786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E8DD12-1151-ADB8-35CA-253E1D1EE9AD}"/>
              </a:ext>
            </a:extLst>
          </p:cNvPr>
          <p:cNvCxnSpPr/>
          <p:nvPr/>
        </p:nvCxnSpPr>
        <p:spPr>
          <a:xfrm flipH="1">
            <a:off x="6542170" y="1041764"/>
            <a:ext cx="652450" cy="26103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811AA6-827E-3C14-186F-6A67CF88FF58}"/>
                  </a:ext>
                </a:extLst>
              </p:cNvPr>
              <p:cNvSpPr txBox="1"/>
              <p:nvPr/>
            </p:nvSpPr>
            <p:spPr>
              <a:xfrm>
                <a:off x="6258153" y="1030749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811AA6-827E-3C14-186F-6A67CF88F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153" y="1030749"/>
                <a:ext cx="190758" cy="276999"/>
              </a:xfrm>
              <a:prstGeom prst="rect">
                <a:avLst/>
              </a:prstGeom>
              <a:blipFill>
                <a:blip r:embed="rId7"/>
                <a:stretch>
                  <a:fillRect l="-32258" r="-29032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93C6AB4-C0E3-76F8-9E3C-C8600956CDEC}"/>
                  </a:ext>
                </a:extLst>
              </p:cNvPr>
              <p:cNvSpPr txBox="1"/>
              <p:nvPr/>
            </p:nvSpPr>
            <p:spPr>
              <a:xfrm>
                <a:off x="5649831" y="1101791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93C6AB4-C0E3-76F8-9E3C-C8600956C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831" y="1101791"/>
                <a:ext cx="183960" cy="276999"/>
              </a:xfrm>
              <a:prstGeom prst="rect">
                <a:avLst/>
              </a:prstGeom>
              <a:blipFill>
                <a:blip r:embed="rId8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9D1F328-E088-B69A-D439-12E9595136D4}"/>
                  </a:ext>
                </a:extLst>
              </p:cNvPr>
              <p:cNvSpPr txBox="1"/>
              <p:nvPr/>
            </p:nvSpPr>
            <p:spPr>
              <a:xfrm>
                <a:off x="6919219" y="1140671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9D1F328-E088-B69A-D439-12E959513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219" y="1140671"/>
                <a:ext cx="166969" cy="276999"/>
              </a:xfrm>
              <a:prstGeom prst="rect">
                <a:avLst/>
              </a:prstGeom>
              <a:blipFill>
                <a:blip r:embed="rId9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9C4D3C-C5F7-0BDD-660C-0B025855EAE6}"/>
                  </a:ext>
                </a:extLst>
              </p:cNvPr>
              <p:cNvSpPr txBox="1"/>
              <p:nvPr/>
            </p:nvSpPr>
            <p:spPr>
              <a:xfrm>
                <a:off x="6051766" y="1100228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9C4D3C-C5F7-0BDD-660C-0B025855E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766" y="1100228"/>
                <a:ext cx="195910" cy="276999"/>
              </a:xfrm>
              <a:prstGeom prst="rect">
                <a:avLst/>
              </a:prstGeom>
              <a:blipFill>
                <a:blip r:embed="rId10"/>
                <a:stretch>
                  <a:fillRect l="-28125" r="-2187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13A1C33-5E61-D94F-59B1-3951238FACFA}"/>
              </a:ext>
            </a:extLst>
          </p:cNvPr>
          <p:cNvGraphicFramePr>
            <a:graphicFrameLocks noGrp="1"/>
          </p:cNvGraphicFramePr>
          <p:nvPr/>
        </p:nvGraphicFramePr>
        <p:xfrm>
          <a:off x="5084465" y="2263790"/>
          <a:ext cx="8440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2540260796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762254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084734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6FFC03F-1668-63DA-F3C1-C09EF21E26AD}"/>
              </a:ext>
            </a:extLst>
          </p:cNvPr>
          <p:cNvCxnSpPr>
            <a:cxnSpLocks/>
          </p:cNvCxnSpPr>
          <p:nvPr/>
        </p:nvCxnSpPr>
        <p:spPr>
          <a:xfrm flipH="1">
            <a:off x="5516545" y="1903082"/>
            <a:ext cx="459511" cy="27741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6C6C6C3-1166-A67E-1A5A-CAD4E091CFAE}"/>
                  </a:ext>
                </a:extLst>
              </p:cNvPr>
              <p:cNvSpPr txBox="1"/>
              <p:nvPr/>
            </p:nvSpPr>
            <p:spPr>
              <a:xfrm>
                <a:off x="5177813" y="1945142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6C6C6C3-1166-A67E-1A5A-CAD4E091C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813" y="1945142"/>
                <a:ext cx="183960" cy="276999"/>
              </a:xfrm>
              <a:prstGeom prst="rect">
                <a:avLst/>
              </a:prstGeom>
              <a:blipFill>
                <a:blip r:embed="rId11"/>
                <a:stretch>
                  <a:fillRect l="-32258" r="-25806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732B34B-1132-61E7-9000-1CD840EE9FCC}"/>
                  </a:ext>
                </a:extLst>
              </p:cNvPr>
              <p:cNvSpPr txBox="1"/>
              <p:nvPr/>
            </p:nvSpPr>
            <p:spPr>
              <a:xfrm>
                <a:off x="5666822" y="1986791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732B34B-1132-61E7-9000-1CD840EE9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2" y="1986791"/>
                <a:ext cx="166969" cy="276999"/>
              </a:xfrm>
              <a:prstGeom prst="rect">
                <a:avLst/>
              </a:prstGeom>
              <a:blipFill>
                <a:blip r:embed="rId12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78A897E-33B2-FABA-89F4-60A5DBD29F46}"/>
                  </a:ext>
                </a:extLst>
              </p:cNvPr>
              <p:cNvSpPr txBox="1"/>
              <p:nvPr/>
            </p:nvSpPr>
            <p:spPr>
              <a:xfrm>
                <a:off x="5452805" y="1834162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78A897E-33B2-FABA-89F4-60A5DBD29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805" y="1834162"/>
                <a:ext cx="190758" cy="276999"/>
              </a:xfrm>
              <a:prstGeom prst="rect">
                <a:avLst/>
              </a:prstGeom>
              <a:blipFill>
                <a:blip r:embed="rId13"/>
                <a:stretch>
                  <a:fillRect l="-28125" r="-2812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C4BA23-1A30-7C81-B28C-E7EFE2DB21CD}"/>
                  </a:ext>
                </a:extLst>
              </p:cNvPr>
              <p:cNvSpPr txBox="1"/>
              <p:nvPr/>
            </p:nvSpPr>
            <p:spPr>
              <a:xfrm>
                <a:off x="5318387" y="1972661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C4BA23-1A30-7C81-B28C-E7EFE2DB2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387" y="1972661"/>
                <a:ext cx="195910" cy="276999"/>
              </a:xfrm>
              <a:prstGeom prst="rect">
                <a:avLst/>
              </a:prstGeom>
              <a:blipFill>
                <a:blip r:embed="rId14"/>
                <a:stretch>
                  <a:fillRect l="-27273" r="-1818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578B320-993E-6E07-0759-E8A80F7564B1}"/>
              </a:ext>
            </a:extLst>
          </p:cNvPr>
          <p:cNvGraphicFramePr>
            <a:graphicFrameLocks noGrp="1"/>
          </p:cNvGraphicFramePr>
          <p:nvPr/>
        </p:nvGraphicFramePr>
        <p:xfrm>
          <a:off x="4894249" y="3063737"/>
          <a:ext cx="4220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712811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5496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F82A1B84-20D9-6330-AC1D-88AD318C3484}"/>
              </a:ext>
            </a:extLst>
          </p:cNvPr>
          <p:cNvGraphicFramePr>
            <a:graphicFrameLocks noGrp="1"/>
          </p:cNvGraphicFramePr>
          <p:nvPr/>
        </p:nvGraphicFramePr>
        <p:xfrm>
          <a:off x="5717138" y="3065667"/>
          <a:ext cx="4220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712811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54960"/>
                  </a:ext>
                </a:extLst>
              </a:tr>
            </a:tbl>
          </a:graphicData>
        </a:graphic>
      </p:graphicFrame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9A8D21D-23CB-568D-E450-0374A8F98706}"/>
              </a:ext>
            </a:extLst>
          </p:cNvPr>
          <p:cNvCxnSpPr>
            <a:cxnSpLocks/>
          </p:cNvCxnSpPr>
          <p:nvPr/>
        </p:nvCxnSpPr>
        <p:spPr>
          <a:xfrm flipH="1">
            <a:off x="5318760" y="2698192"/>
            <a:ext cx="134045" cy="28122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C75D28-E9F0-2108-5848-7D6C4873E447}"/>
                  </a:ext>
                </a:extLst>
              </p:cNvPr>
              <p:cNvSpPr txBox="1"/>
              <p:nvPr/>
            </p:nvSpPr>
            <p:spPr>
              <a:xfrm>
                <a:off x="4894224" y="2752775"/>
                <a:ext cx="384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C75D28-E9F0-2108-5848-7D6C4873E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224" y="2752775"/>
                <a:ext cx="384592" cy="276999"/>
              </a:xfrm>
              <a:prstGeom prst="rect">
                <a:avLst/>
              </a:prstGeom>
              <a:blipFill>
                <a:blip r:embed="rId15"/>
                <a:stretch>
                  <a:fillRect l="-14286" r="-793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2EA98E5-03F4-73B6-9E02-26D7005112B5}"/>
                  </a:ext>
                </a:extLst>
              </p:cNvPr>
              <p:cNvSpPr txBox="1"/>
              <p:nvPr/>
            </p:nvSpPr>
            <p:spPr>
              <a:xfrm>
                <a:off x="4963766" y="2615313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2EA98E5-03F4-73B6-9E02-26D700511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766" y="2615313"/>
                <a:ext cx="190758" cy="276999"/>
              </a:xfrm>
              <a:prstGeom prst="rect">
                <a:avLst/>
              </a:prstGeom>
              <a:blipFill>
                <a:blip r:embed="rId16"/>
                <a:stretch>
                  <a:fillRect l="-28125" r="-28125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BA1B239-FA87-AC5C-6FDB-CDA512A1D295}"/>
              </a:ext>
            </a:extLst>
          </p:cNvPr>
          <p:cNvCxnSpPr>
            <a:cxnSpLocks/>
          </p:cNvCxnSpPr>
          <p:nvPr/>
        </p:nvCxnSpPr>
        <p:spPr>
          <a:xfrm>
            <a:off x="5638258" y="2698192"/>
            <a:ext cx="91982" cy="28884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47DC978-ACBA-41E2-C441-8A25556B7CBB}"/>
                  </a:ext>
                </a:extLst>
              </p:cNvPr>
              <p:cNvSpPr txBox="1"/>
              <p:nvPr/>
            </p:nvSpPr>
            <p:spPr>
              <a:xfrm>
                <a:off x="5928154" y="2614640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𝟒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47DC978-ACBA-41E2-C441-8A25556B7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154" y="2614640"/>
                <a:ext cx="190758" cy="276999"/>
              </a:xfrm>
              <a:prstGeom prst="rect">
                <a:avLst/>
              </a:prstGeom>
              <a:blipFill>
                <a:blip r:embed="rId17"/>
                <a:stretch>
                  <a:fillRect l="-28125" r="-2812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7E288A5-786D-EE24-0D49-9C1C6205DD62}"/>
                  </a:ext>
                </a:extLst>
              </p:cNvPr>
              <p:cNvSpPr txBox="1"/>
              <p:nvPr/>
            </p:nvSpPr>
            <p:spPr>
              <a:xfrm>
                <a:off x="5866790" y="2761975"/>
                <a:ext cx="384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7E288A5-786D-EE24-0D49-9C1C6205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790" y="2761975"/>
                <a:ext cx="384592" cy="276999"/>
              </a:xfrm>
              <a:prstGeom prst="rect">
                <a:avLst/>
              </a:prstGeom>
              <a:blipFill>
                <a:blip r:embed="rId18"/>
                <a:stretch>
                  <a:fillRect l="-14286" r="-793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98D5149-0728-73DB-CD49-9EFF650F1D9D}"/>
              </a:ext>
            </a:extLst>
          </p:cNvPr>
          <p:cNvCxnSpPr>
            <a:cxnSpLocks/>
          </p:cNvCxnSpPr>
          <p:nvPr/>
        </p:nvCxnSpPr>
        <p:spPr>
          <a:xfrm>
            <a:off x="5177813" y="3506395"/>
            <a:ext cx="183960" cy="32183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AAA973BE-560A-AE1B-9B0C-9C2E7CF6F984}"/>
              </a:ext>
            </a:extLst>
          </p:cNvPr>
          <p:cNvGraphicFramePr>
            <a:graphicFrameLocks noGrp="1"/>
          </p:cNvGraphicFramePr>
          <p:nvPr/>
        </p:nvGraphicFramePr>
        <p:xfrm>
          <a:off x="5126153" y="3882029"/>
          <a:ext cx="8440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746711455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593053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448759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87F4E45-C292-89C2-F342-06302AD13A3D}"/>
              </a:ext>
            </a:extLst>
          </p:cNvPr>
          <p:cNvCxnSpPr>
            <a:cxnSpLocks/>
          </p:cNvCxnSpPr>
          <p:nvPr/>
        </p:nvCxnSpPr>
        <p:spPr>
          <a:xfrm flipH="1">
            <a:off x="5707380" y="3520440"/>
            <a:ext cx="137160" cy="31242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BAF024E-635B-281F-925B-BC1A556034AB}"/>
                  </a:ext>
                </a:extLst>
              </p:cNvPr>
              <p:cNvSpPr txBox="1"/>
              <p:nvPr/>
            </p:nvSpPr>
            <p:spPr>
              <a:xfrm>
                <a:off x="5453586" y="3481455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BAF024E-635B-281F-925B-BC1A55603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586" y="3481455"/>
                <a:ext cx="190758" cy="276999"/>
              </a:xfrm>
              <a:prstGeom prst="rect">
                <a:avLst/>
              </a:prstGeom>
              <a:blipFill>
                <a:blip r:embed="rId19"/>
                <a:stretch>
                  <a:fillRect l="-32258" r="-3225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033232F7-D0EF-3F5F-DCCA-B3EFBD6F7CFD}"/>
              </a:ext>
            </a:extLst>
          </p:cNvPr>
          <p:cNvGraphicFramePr>
            <a:graphicFrameLocks noGrp="1"/>
          </p:cNvGraphicFramePr>
          <p:nvPr/>
        </p:nvGraphicFramePr>
        <p:xfrm>
          <a:off x="6772216" y="2263790"/>
          <a:ext cx="8440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216386616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568456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74422"/>
                  </a:ext>
                </a:extLst>
              </a:tr>
            </a:tbl>
          </a:graphicData>
        </a:graphic>
      </p:graphicFrame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E1B267A-07B0-2ECE-3AB8-8E6AEC0C9120}"/>
              </a:ext>
            </a:extLst>
          </p:cNvPr>
          <p:cNvCxnSpPr>
            <a:cxnSpLocks/>
          </p:cNvCxnSpPr>
          <p:nvPr/>
        </p:nvCxnSpPr>
        <p:spPr>
          <a:xfrm>
            <a:off x="6677480" y="1894545"/>
            <a:ext cx="424360" cy="30763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BA5FD4E-A5EE-50DB-C4DC-FAF3FE1E4E79}"/>
                  </a:ext>
                </a:extLst>
              </p:cNvPr>
              <p:cNvSpPr txBox="1"/>
              <p:nvPr/>
            </p:nvSpPr>
            <p:spPr>
              <a:xfrm>
                <a:off x="7023655" y="1875400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𝟔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BA5FD4E-A5EE-50DB-C4DC-FAF3FE1E4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655" y="1875400"/>
                <a:ext cx="190758" cy="276999"/>
              </a:xfrm>
              <a:prstGeom prst="rect">
                <a:avLst/>
              </a:prstGeom>
              <a:blipFill>
                <a:blip r:embed="rId20"/>
                <a:stretch>
                  <a:fillRect l="-29032" r="-3225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9BEFB4D-55E3-3613-62D5-4D71771107D0}"/>
                  </a:ext>
                </a:extLst>
              </p:cNvPr>
              <p:cNvSpPr txBox="1"/>
              <p:nvPr/>
            </p:nvSpPr>
            <p:spPr>
              <a:xfrm>
                <a:off x="6816616" y="1945142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9BEFB4D-55E3-3613-62D5-4D7177110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616" y="1945142"/>
                <a:ext cx="183960" cy="276999"/>
              </a:xfrm>
              <a:prstGeom prst="rect">
                <a:avLst/>
              </a:prstGeom>
              <a:blipFill>
                <a:blip r:embed="rId21"/>
                <a:stretch>
                  <a:fillRect l="-33333" r="-3000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39DED0D-CEDA-4FC4-F759-D2A12975C265}"/>
                  </a:ext>
                </a:extLst>
              </p:cNvPr>
              <p:cNvSpPr txBox="1"/>
              <p:nvPr/>
            </p:nvSpPr>
            <p:spPr>
              <a:xfrm>
                <a:off x="7305625" y="1986791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39DED0D-CEDA-4FC4-F759-D2A12975C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625" y="1986791"/>
                <a:ext cx="166969" cy="276999"/>
              </a:xfrm>
              <a:prstGeom prst="rect">
                <a:avLst/>
              </a:prstGeom>
              <a:blipFill>
                <a:blip r:embed="rId22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8821C81-63BD-E619-3821-A39C5E4B06A5}"/>
                  </a:ext>
                </a:extLst>
              </p:cNvPr>
              <p:cNvSpPr txBox="1"/>
              <p:nvPr/>
            </p:nvSpPr>
            <p:spPr>
              <a:xfrm>
                <a:off x="6957190" y="1972661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8821C81-63BD-E619-3821-A39C5E4B0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190" y="1972661"/>
                <a:ext cx="195910" cy="276999"/>
              </a:xfrm>
              <a:prstGeom prst="rect">
                <a:avLst/>
              </a:prstGeom>
              <a:blipFill>
                <a:blip r:embed="rId23"/>
                <a:stretch>
                  <a:fillRect l="-28125" r="-2187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C4E044DA-B8CB-C0A2-3930-0493D69545A9}"/>
              </a:ext>
            </a:extLst>
          </p:cNvPr>
          <p:cNvGraphicFramePr>
            <a:graphicFrameLocks noGrp="1"/>
          </p:cNvGraphicFramePr>
          <p:nvPr/>
        </p:nvGraphicFramePr>
        <p:xfrm>
          <a:off x="6531157" y="3079381"/>
          <a:ext cx="4220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712811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5496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3C195A84-5478-F048-5821-290D13275F9C}"/>
              </a:ext>
            </a:extLst>
          </p:cNvPr>
          <p:cNvGraphicFramePr>
            <a:graphicFrameLocks noGrp="1"/>
          </p:cNvGraphicFramePr>
          <p:nvPr/>
        </p:nvGraphicFramePr>
        <p:xfrm>
          <a:off x="7354046" y="3081311"/>
          <a:ext cx="4220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712811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54960"/>
                  </a:ext>
                </a:extLst>
              </a:tr>
            </a:tbl>
          </a:graphicData>
        </a:graphic>
      </p:graphicFrame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F3CD0F3-2DED-F10F-819C-44E4F9638C84}"/>
              </a:ext>
            </a:extLst>
          </p:cNvPr>
          <p:cNvCxnSpPr>
            <a:cxnSpLocks/>
          </p:cNvCxnSpPr>
          <p:nvPr/>
        </p:nvCxnSpPr>
        <p:spPr>
          <a:xfrm flipH="1">
            <a:off x="6955668" y="2713836"/>
            <a:ext cx="134045" cy="28122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4855A30-0005-0E9E-B176-3CE2813195D6}"/>
                  </a:ext>
                </a:extLst>
              </p:cNvPr>
              <p:cNvSpPr txBox="1"/>
              <p:nvPr/>
            </p:nvSpPr>
            <p:spPr>
              <a:xfrm>
                <a:off x="6531132" y="2768419"/>
                <a:ext cx="384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4855A30-0005-0E9E-B176-3CE281319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132" y="2768419"/>
                <a:ext cx="384592" cy="276999"/>
              </a:xfrm>
              <a:prstGeom prst="rect">
                <a:avLst/>
              </a:prstGeom>
              <a:blipFill>
                <a:blip r:embed="rId24"/>
                <a:stretch>
                  <a:fillRect l="-14286" r="-793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46AB4E7F-C524-073C-5FB3-E900595838CB}"/>
              </a:ext>
            </a:extLst>
          </p:cNvPr>
          <p:cNvSpPr txBox="1"/>
          <p:nvPr/>
        </p:nvSpPr>
        <p:spPr>
          <a:xfrm>
            <a:off x="6600674" y="2630957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75DD238-BC08-9EC9-3E72-F2E46CBE16F9}"/>
              </a:ext>
            </a:extLst>
          </p:cNvPr>
          <p:cNvCxnSpPr>
            <a:cxnSpLocks/>
          </p:cNvCxnSpPr>
          <p:nvPr/>
        </p:nvCxnSpPr>
        <p:spPr>
          <a:xfrm>
            <a:off x="7275166" y="2713836"/>
            <a:ext cx="91982" cy="28884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67161C2-8D08-2EF3-C71A-2DC6B1401DDF}"/>
              </a:ext>
            </a:extLst>
          </p:cNvPr>
          <p:cNvSpPr txBox="1"/>
          <p:nvPr/>
        </p:nvSpPr>
        <p:spPr>
          <a:xfrm>
            <a:off x="7565062" y="2630284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F764EB2-9314-742E-79B5-9DFCD21FF96A}"/>
                  </a:ext>
                </a:extLst>
              </p:cNvPr>
              <p:cNvSpPr txBox="1"/>
              <p:nvPr/>
            </p:nvSpPr>
            <p:spPr>
              <a:xfrm>
                <a:off x="7503698" y="2777619"/>
                <a:ext cx="384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F764EB2-9314-742E-79B5-9DFCD21FF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698" y="2777619"/>
                <a:ext cx="384592" cy="276999"/>
              </a:xfrm>
              <a:prstGeom prst="rect">
                <a:avLst/>
              </a:prstGeom>
              <a:blipFill>
                <a:blip r:embed="rId25"/>
                <a:stretch>
                  <a:fillRect l="-14286" r="-793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86513F-D7E7-C29F-EA27-F185A9B7AC45}"/>
              </a:ext>
            </a:extLst>
          </p:cNvPr>
          <p:cNvCxnSpPr>
            <a:cxnSpLocks/>
          </p:cNvCxnSpPr>
          <p:nvPr/>
        </p:nvCxnSpPr>
        <p:spPr>
          <a:xfrm>
            <a:off x="6769354" y="3506395"/>
            <a:ext cx="183960" cy="32183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279CC411-6378-2A77-973B-19F05ABBA7B3}"/>
              </a:ext>
            </a:extLst>
          </p:cNvPr>
          <p:cNvGraphicFramePr>
            <a:graphicFrameLocks noGrp="1"/>
          </p:cNvGraphicFramePr>
          <p:nvPr/>
        </p:nvGraphicFramePr>
        <p:xfrm>
          <a:off x="6717694" y="3882029"/>
          <a:ext cx="8440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746711455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593053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448759"/>
                  </a:ext>
                </a:extLst>
              </a:tr>
            </a:tbl>
          </a:graphicData>
        </a:graphic>
      </p:graphicFrame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FD143B9-44DF-068C-F44C-83DF30A5FF55}"/>
              </a:ext>
            </a:extLst>
          </p:cNvPr>
          <p:cNvCxnSpPr>
            <a:cxnSpLocks/>
          </p:cNvCxnSpPr>
          <p:nvPr/>
        </p:nvCxnSpPr>
        <p:spPr>
          <a:xfrm flipH="1">
            <a:off x="7298921" y="3520440"/>
            <a:ext cx="137160" cy="31242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932425C7-AE4B-29B2-C71A-ACE605DE6BAC}"/>
              </a:ext>
            </a:extLst>
          </p:cNvPr>
          <p:cNvSpPr txBox="1"/>
          <p:nvPr/>
        </p:nvSpPr>
        <p:spPr>
          <a:xfrm>
            <a:off x="7045127" y="3481455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58B6248-47B9-9C3E-DA96-6B625FC5B6F4}"/>
                  </a:ext>
                </a:extLst>
              </p:cNvPr>
              <p:cNvSpPr txBox="1"/>
              <p:nvPr/>
            </p:nvSpPr>
            <p:spPr>
              <a:xfrm>
                <a:off x="5222882" y="3553598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58B6248-47B9-9C3E-DA96-6B625FC5B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882" y="3553598"/>
                <a:ext cx="183960" cy="276999"/>
              </a:xfrm>
              <a:prstGeom prst="rect">
                <a:avLst/>
              </a:prstGeom>
              <a:blipFill>
                <a:blip r:embed="rId26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BAF04E1-BE7D-A639-4039-22F597A8598C}"/>
                  </a:ext>
                </a:extLst>
              </p:cNvPr>
              <p:cNvSpPr txBox="1"/>
              <p:nvPr/>
            </p:nvSpPr>
            <p:spPr>
              <a:xfrm>
                <a:off x="5711891" y="3595247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BAF04E1-BE7D-A639-4039-22F597A85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891" y="3595247"/>
                <a:ext cx="166969" cy="276999"/>
              </a:xfrm>
              <a:prstGeom prst="rect">
                <a:avLst/>
              </a:prstGeom>
              <a:blipFill>
                <a:blip r:embed="rId27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53815E8-A30F-68B6-1B6E-2F85AB882B9F}"/>
                  </a:ext>
                </a:extLst>
              </p:cNvPr>
              <p:cNvSpPr txBox="1"/>
              <p:nvPr/>
            </p:nvSpPr>
            <p:spPr>
              <a:xfrm>
                <a:off x="5363456" y="3581117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53815E8-A30F-68B6-1B6E-2F85AB882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456" y="3581117"/>
                <a:ext cx="195910" cy="276999"/>
              </a:xfrm>
              <a:prstGeom prst="rect">
                <a:avLst/>
              </a:prstGeom>
              <a:blipFill>
                <a:blip r:embed="rId28"/>
                <a:stretch>
                  <a:fillRect l="-28125" r="-2187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CFF7A25-6D5A-2E9E-FCEC-F2726F6B2F87}"/>
                  </a:ext>
                </a:extLst>
              </p:cNvPr>
              <p:cNvSpPr txBox="1"/>
              <p:nvPr/>
            </p:nvSpPr>
            <p:spPr>
              <a:xfrm>
                <a:off x="6809912" y="3590257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CFF7A25-6D5A-2E9E-FCEC-F2726F6B2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912" y="3590257"/>
                <a:ext cx="183960" cy="276999"/>
              </a:xfrm>
              <a:prstGeom prst="rect">
                <a:avLst/>
              </a:prstGeom>
              <a:blipFill>
                <a:blip r:embed="rId29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0565636-0464-7B99-CBF3-625ACC344430}"/>
                  </a:ext>
                </a:extLst>
              </p:cNvPr>
              <p:cNvSpPr txBox="1"/>
              <p:nvPr/>
            </p:nvSpPr>
            <p:spPr>
              <a:xfrm>
                <a:off x="7298921" y="3631906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0565636-0464-7B99-CBF3-625ACC344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921" y="3631906"/>
                <a:ext cx="166969" cy="276999"/>
              </a:xfrm>
              <a:prstGeom prst="rect">
                <a:avLst/>
              </a:prstGeom>
              <a:blipFill>
                <a:blip r:embed="rId30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E1F9948-9906-0465-990B-67BD620A8FB8}"/>
                  </a:ext>
                </a:extLst>
              </p:cNvPr>
              <p:cNvSpPr txBox="1"/>
              <p:nvPr/>
            </p:nvSpPr>
            <p:spPr>
              <a:xfrm>
                <a:off x="6950486" y="3617776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E1F9948-9906-0465-990B-67BD620A8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486" y="3617776"/>
                <a:ext cx="195910" cy="276999"/>
              </a:xfrm>
              <a:prstGeom prst="rect">
                <a:avLst/>
              </a:prstGeom>
              <a:blipFill>
                <a:blip r:embed="rId31"/>
                <a:stretch>
                  <a:fillRect l="-28125" r="-2187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801F4296-2DA3-8B98-A2ED-79B4048D20AD}"/>
              </a:ext>
            </a:extLst>
          </p:cNvPr>
          <p:cNvGraphicFramePr>
            <a:graphicFrameLocks noGrp="1"/>
          </p:cNvGraphicFramePr>
          <p:nvPr/>
        </p:nvGraphicFramePr>
        <p:xfrm>
          <a:off x="5506496" y="4820433"/>
          <a:ext cx="16881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292305260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112824066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94564757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39827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487097"/>
                  </a:ext>
                </a:extLst>
              </a:tr>
            </a:tbl>
          </a:graphicData>
        </a:graphic>
      </p:graphicFrame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8885A93-FDBE-3E2B-3F03-12272DFF26FA}"/>
              </a:ext>
            </a:extLst>
          </p:cNvPr>
          <p:cNvCxnSpPr>
            <a:cxnSpLocks/>
          </p:cNvCxnSpPr>
          <p:nvPr/>
        </p:nvCxnSpPr>
        <p:spPr>
          <a:xfrm>
            <a:off x="5570220" y="4389120"/>
            <a:ext cx="342900" cy="28956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682FE47-D51A-8C7C-D4BC-1B1908C5AC55}"/>
              </a:ext>
            </a:extLst>
          </p:cNvPr>
          <p:cNvCxnSpPr>
            <a:cxnSpLocks/>
          </p:cNvCxnSpPr>
          <p:nvPr/>
        </p:nvCxnSpPr>
        <p:spPr>
          <a:xfrm flipH="1">
            <a:off x="6888480" y="4351020"/>
            <a:ext cx="220980" cy="32766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A5634900-E8EF-A08D-C9E2-C48C3E98B858}"/>
              </a:ext>
            </a:extLst>
          </p:cNvPr>
          <p:cNvSpPr txBox="1"/>
          <p:nvPr/>
        </p:nvSpPr>
        <p:spPr>
          <a:xfrm>
            <a:off x="6231875" y="4334058"/>
            <a:ext cx="23403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4F6216F-A4E7-6B7E-6457-B808B1D98100}"/>
                  </a:ext>
                </a:extLst>
              </p:cNvPr>
              <p:cNvSpPr txBox="1"/>
              <p:nvPr/>
            </p:nvSpPr>
            <p:spPr>
              <a:xfrm>
                <a:off x="5625348" y="4482474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4F6216F-A4E7-6B7E-6457-B808B1D9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348" y="4482474"/>
                <a:ext cx="183960" cy="276999"/>
              </a:xfrm>
              <a:prstGeom prst="rect">
                <a:avLst/>
              </a:prstGeom>
              <a:blipFill>
                <a:blip r:embed="rId32"/>
                <a:stretch>
                  <a:fillRect l="-33333" r="-3000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7660AAC-6598-FFB0-2E45-4915C037569C}"/>
                  </a:ext>
                </a:extLst>
              </p:cNvPr>
              <p:cNvSpPr txBox="1"/>
              <p:nvPr/>
            </p:nvSpPr>
            <p:spPr>
              <a:xfrm>
                <a:off x="6082972" y="4482367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7660AAC-6598-FFB0-2E45-4915C0375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972" y="4482367"/>
                <a:ext cx="195910" cy="276999"/>
              </a:xfrm>
              <a:prstGeom prst="rect">
                <a:avLst/>
              </a:prstGeom>
              <a:blipFill>
                <a:blip r:embed="rId33"/>
                <a:stretch>
                  <a:fillRect l="-28125" r="-2187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B5E5569-62AA-35B7-9010-9DAF111BFA9C}"/>
                  </a:ext>
                </a:extLst>
              </p:cNvPr>
              <p:cNvSpPr txBox="1"/>
              <p:nvPr/>
            </p:nvSpPr>
            <p:spPr>
              <a:xfrm>
                <a:off x="7006228" y="4512900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B5E5569-62AA-35B7-9010-9DAF111BF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228" y="4512900"/>
                <a:ext cx="166969" cy="276999"/>
              </a:xfrm>
              <a:prstGeom prst="rect">
                <a:avLst/>
              </a:prstGeom>
              <a:blipFill>
                <a:blip r:embed="rId34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3" name="Table 92">
            <a:extLst>
              <a:ext uri="{FF2B5EF4-FFF2-40B4-BE49-F238E27FC236}">
                <a16:creationId xmlns:a16="http://schemas.microsoft.com/office/drawing/2014/main" id="{FA249147-C566-3BAC-6F26-FD5E1AF63329}"/>
              </a:ext>
            </a:extLst>
          </p:cNvPr>
          <p:cNvGraphicFramePr>
            <a:graphicFrameLocks noGrp="1"/>
          </p:cNvGraphicFramePr>
          <p:nvPr/>
        </p:nvGraphicFramePr>
        <p:xfrm>
          <a:off x="8473987" y="2263790"/>
          <a:ext cx="8440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2540260796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762254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084734"/>
                  </a:ext>
                </a:extLst>
              </a:tr>
            </a:tbl>
          </a:graphicData>
        </a:graphic>
      </p:graphicFrame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6C88BD5-F141-940B-B1FB-2A88E6C3248A}"/>
              </a:ext>
            </a:extLst>
          </p:cNvPr>
          <p:cNvCxnSpPr>
            <a:cxnSpLocks/>
          </p:cNvCxnSpPr>
          <p:nvPr/>
        </p:nvCxnSpPr>
        <p:spPr>
          <a:xfrm flipH="1">
            <a:off x="8906067" y="1903082"/>
            <a:ext cx="459511" cy="27741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BD4ADB1-7120-04BD-7C92-21442C302877}"/>
                  </a:ext>
                </a:extLst>
              </p:cNvPr>
              <p:cNvSpPr txBox="1"/>
              <p:nvPr/>
            </p:nvSpPr>
            <p:spPr>
              <a:xfrm>
                <a:off x="8567335" y="1945142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BD4ADB1-7120-04BD-7C92-21442C302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335" y="1945142"/>
                <a:ext cx="183960" cy="276999"/>
              </a:xfrm>
              <a:prstGeom prst="rect">
                <a:avLst/>
              </a:prstGeom>
              <a:blipFill>
                <a:blip r:embed="rId35"/>
                <a:stretch>
                  <a:fillRect l="-32258" r="-25806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332CDA0-45DD-993A-37CC-381DF362F5F1}"/>
                  </a:ext>
                </a:extLst>
              </p:cNvPr>
              <p:cNvSpPr txBox="1"/>
              <p:nvPr/>
            </p:nvSpPr>
            <p:spPr>
              <a:xfrm>
                <a:off x="9056344" y="1986791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332CDA0-45DD-993A-37CC-381DF362F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6344" y="1986791"/>
                <a:ext cx="166969" cy="276999"/>
              </a:xfrm>
              <a:prstGeom prst="rect">
                <a:avLst/>
              </a:prstGeom>
              <a:blipFill>
                <a:blip r:embed="rId36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C192850-8A46-E462-A6FE-7804EF5DFAFF}"/>
                  </a:ext>
                </a:extLst>
              </p:cNvPr>
              <p:cNvSpPr txBox="1"/>
              <p:nvPr/>
            </p:nvSpPr>
            <p:spPr>
              <a:xfrm>
                <a:off x="8842327" y="1834162"/>
                <a:ext cx="328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𝟏𝟐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C192850-8A46-E462-A6FE-7804EF5DF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327" y="1834162"/>
                <a:ext cx="328616" cy="276999"/>
              </a:xfrm>
              <a:prstGeom prst="rect">
                <a:avLst/>
              </a:prstGeom>
              <a:blipFill>
                <a:blip r:embed="rId37"/>
                <a:stretch>
                  <a:fillRect l="-16981" r="-1886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9C7DDD0-3536-68C6-5E29-FB3B11ABADD7}"/>
                  </a:ext>
                </a:extLst>
              </p:cNvPr>
              <p:cNvSpPr txBox="1"/>
              <p:nvPr/>
            </p:nvSpPr>
            <p:spPr>
              <a:xfrm>
                <a:off x="8707909" y="1972661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9C7DDD0-3536-68C6-5E29-FB3B11ABA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909" y="1972661"/>
                <a:ext cx="195910" cy="276999"/>
              </a:xfrm>
              <a:prstGeom prst="rect">
                <a:avLst/>
              </a:prstGeom>
              <a:blipFill>
                <a:blip r:embed="rId38"/>
                <a:stretch>
                  <a:fillRect l="-27273" r="-1818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0018B0C2-1FEF-4874-ACC6-B32AA28A5047}"/>
              </a:ext>
            </a:extLst>
          </p:cNvPr>
          <p:cNvGraphicFramePr>
            <a:graphicFrameLocks noGrp="1"/>
          </p:cNvGraphicFramePr>
          <p:nvPr/>
        </p:nvGraphicFramePr>
        <p:xfrm>
          <a:off x="8283771" y="3063737"/>
          <a:ext cx="4220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712811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54960"/>
                  </a:ext>
                </a:extLst>
              </a:tr>
            </a:tbl>
          </a:graphicData>
        </a:graphic>
      </p:graphicFrame>
      <p:graphicFrame>
        <p:nvGraphicFramePr>
          <p:cNvPr id="100" name="Table 99">
            <a:extLst>
              <a:ext uri="{FF2B5EF4-FFF2-40B4-BE49-F238E27FC236}">
                <a16:creationId xmlns:a16="http://schemas.microsoft.com/office/drawing/2014/main" id="{6BD50774-B230-3BF3-D111-9F701B28F250}"/>
              </a:ext>
            </a:extLst>
          </p:cNvPr>
          <p:cNvGraphicFramePr>
            <a:graphicFrameLocks noGrp="1"/>
          </p:cNvGraphicFramePr>
          <p:nvPr/>
        </p:nvGraphicFramePr>
        <p:xfrm>
          <a:off x="9106660" y="3065667"/>
          <a:ext cx="4220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712811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54960"/>
                  </a:ext>
                </a:extLst>
              </a:tr>
            </a:tbl>
          </a:graphicData>
        </a:graphic>
      </p:graphicFrame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6377585-47A9-0F41-4B6D-2BB1A2B727AE}"/>
              </a:ext>
            </a:extLst>
          </p:cNvPr>
          <p:cNvCxnSpPr>
            <a:cxnSpLocks/>
          </p:cNvCxnSpPr>
          <p:nvPr/>
        </p:nvCxnSpPr>
        <p:spPr>
          <a:xfrm flipH="1">
            <a:off x="8708282" y="2698192"/>
            <a:ext cx="134045" cy="28122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40A3D9D-79F4-40E9-277C-1480082BAD5A}"/>
                  </a:ext>
                </a:extLst>
              </p:cNvPr>
              <p:cNvSpPr txBox="1"/>
              <p:nvPr/>
            </p:nvSpPr>
            <p:spPr>
              <a:xfrm>
                <a:off x="8283746" y="2752775"/>
                <a:ext cx="384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40A3D9D-79F4-40E9-277C-1480082BA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3746" y="2752775"/>
                <a:ext cx="384592" cy="276999"/>
              </a:xfrm>
              <a:prstGeom prst="rect">
                <a:avLst/>
              </a:prstGeom>
              <a:blipFill>
                <a:blip r:embed="rId39"/>
                <a:stretch>
                  <a:fillRect l="-14286" r="-793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769F519-6CD7-ABD9-1F67-BC17A59214D6}"/>
                  </a:ext>
                </a:extLst>
              </p:cNvPr>
              <p:cNvSpPr txBox="1"/>
              <p:nvPr/>
            </p:nvSpPr>
            <p:spPr>
              <a:xfrm>
                <a:off x="8353288" y="2615313"/>
                <a:ext cx="328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𝟏𝟑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769F519-6CD7-ABD9-1F67-BC17A5921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288" y="2615313"/>
                <a:ext cx="328616" cy="276999"/>
              </a:xfrm>
              <a:prstGeom prst="rect">
                <a:avLst/>
              </a:prstGeom>
              <a:blipFill>
                <a:blip r:embed="rId40"/>
                <a:stretch>
                  <a:fillRect l="-14815" r="-18519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FCCF18E-89EC-F467-A69D-C50E717F0591}"/>
              </a:ext>
            </a:extLst>
          </p:cNvPr>
          <p:cNvCxnSpPr>
            <a:cxnSpLocks/>
          </p:cNvCxnSpPr>
          <p:nvPr/>
        </p:nvCxnSpPr>
        <p:spPr>
          <a:xfrm>
            <a:off x="9027780" y="2698192"/>
            <a:ext cx="91982" cy="28884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7DD714C-1CD9-AD8D-50FF-FFC73CC03CAF}"/>
                  </a:ext>
                </a:extLst>
              </p:cNvPr>
              <p:cNvSpPr txBox="1"/>
              <p:nvPr/>
            </p:nvSpPr>
            <p:spPr>
              <a:xfrm>
                <a:off x="9317676" y="2614640"/>
                <a:ext cx="328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𝟏𝟒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7DD714C-1CD9-AD8D-50FF-FFC73CC03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7676" y="2614640"/>
                <a:ext cx="328616" cy="276999"/>
              </a:xfrm>
              <a:prstGeom prst="rect">
                <a:avLst/>
              </a:prstGeom>
              <a:blipFill>
                <a:blip r:embed="rId41"/>
                <a:stretch>
                  <a:fillRect l="-14815" r="-1851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E6722FB-AA26-5D76-F663-F7AFE6E3A5BE}"/>
                  </a:ext>
                </a:extLst>
              </p:cNvPr>
              <p:cNvSpPr txBox="1"/>
              <p:nvPr/>
            </p:nvSpPr>
            <p:spPr>
              <a:xfrm>
                <a:off x="9256312" y="2761975"/>
                <a:ext cx="384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E6722FB-AA26-5D76-F663-F7AFE6E3A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312" y="2761975"/>
                <a:ext cx="384592" cy="276999"/>
              </a:xfrm>
              <a:prstGeom prst="rect">
                <a:avLst/>
              </a:prstGeom>
              <a:blipFill>
                <a:blip r:embed="rId42"/>
                <a:stretch>
                  <a:fillRect l="-14063" r="-625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9B5FAFF-BC0B-C2AD-ACF9-3AA1036B66D7}"/>
              </a:ext>
            </a:extLst>
          </p:cNvPr>
          <p:cNvCxnSpPr>
            <a:cxnSpLocks/>
          </p:cNvCxnSpPr>
          <p:nvPr/>
        </p:nvCxnSpPr>
        <p:spPr>
          <a:xfrm>
            <a:off x="8567335" y="3506395"/>
            <a:ext cx="183960" cy="32183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8" name="Table 107">
            <a:extLst>
              <a:ext uri="{FF2B5EF4-FFF2-40B4-BE49-F238E27FC236}">
                <a16:creationId xmlns:a16="http://schemas.microsoft.com/office/drawing/2014/main" id="{7DD2405B-EE61-DF0D-DBB6-ED3421F8882C}"/>
              </a:ext>
            </a:extLst>
          </p:cNvPr>
          <p:cNvGraphicFramePr>
            <a:graphicFrameLocks noGrp="1"/>
          </p:cNvGraphicFramePr>
          <p:nvPr/>
        </p:nvGraphicFramePr>
        <p:xfrm>
          <a:off x="8515675" y="3882029"/>
          <a:ext cx="8440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746711455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593053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448759"/>
                  </a:ext>
                </a:extLst>
              </a:tr>
            </a:tbl>
          </a:graphicData>
        </a:graphic>
      </p:graphicFrame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7F16606-CB82-A073-BDF6-E40D0221C6B1}"/>
              </a:ext>
            </a:extLst>
          </p:cNvPr>
          <p:cNvCxnSpPr>
            <a:cxnSpLocks/>
          </p:cNvCxnSpPr>
          <p:nvPr/>
        </p:nvCxnSpPr>
        <p:spPr>
          <a:xfrm flipH="1">
            <a:off x="9096902" y="3520440"/>
            <a:ext cx="137160" cy="31242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E1855CEA-8F36-3376-175C-3C1624596B2B}"/>
                  </a:ext>
                </a:extLst>
              </p:cNvPr>
              <p:cNvSpPr txBox="1"/>
              <p:nvPr/>
            </p:nvSpPr>
            <p:spPr>
              <a:xfrm>
                <a:off x="8843108" y="3481455"/>
                <a:ext cx="328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𝟏𝟓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E1855CEA-8F36-3376-175C-3C1624596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108" y="3481455"/>
                <a:ext cx="328616" cy="276999"/>
              </a:xfrm>
              <a:prstGeom prst="rect">
                <a:avLst/>
              </a:prstGeom>
              <a:blipFill>
                <a:blip r:embed="rId43"/>
                <a:stretch>
                  <a:fillRect l="-16667" r="-1851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59CB9D58-8649-D8BF-4349-72CDF7C2306F}"/>
              </a:ext>
            </a:extLst>
          </p:cNvPr>
          <p:cNvGraphicFramePr>
            <a:graphicFrameLocks noGrp="1"/>
          </p:cNvGraphicFramePr>
          <p:nvPr/>
        </p:nvGraphicFramePr>
        <p:xfrm>
          <a:off x="10161738" y="2263790"/>
          <a:ext cx="8440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216386616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568456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74422"/>
                  </a:ext>
                </a:extLst>
              </a:tr>
            </a:tbl>
          </a:graphicData>
        </a:graphic>
      </p:graphicFrame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498148C1-3A64-B196-23FE-1280ACA96602}"/>
              </a:ext>
            </a:extLst>
          </p:cNvPr>
          <p:cNvCxnSpPr>
            <a:cxnSpLocks/>
          </p:cNvCxnSpPr>
          <p:nvPr/>
        </p:nvCxnSpPr>
        <p:spPr>
          <a:xfrm>
            <a:off x="10067002" y="1894545"/>
            <a:ext cx="424360" cy="30763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2E444A6-2238-F6DC-336A-E699B8DF8D76}"/>
                  </a:ext>
                </a:extLst>
              </p:cNvPr>
              <p:cNvSpPr txBox="1"/>
              <p:nvPr/>
            </p:nvSpPr>
            <p:spPr>
              <a:xfrm>
                <a:off x="10413177" y="1875400"/>
                <a:ext cx="328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𝟏𝟔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2E444A6-2238-F6DC-336A-E699B8DF8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3177" y="1875400"/>
                <a:ext cx="328616" cy="276999"/>
              </a:xfrm>
              <a:prstGeom prst="rect">
                <a:avLst/>
              </a:prstGeom>
              <a:blipFill>
                <a:blip r:embed="rId44"/>
                <a:stretch>
                  <a:fillRect l="-14815" r="-1851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2BA3900-A309-EB76-25D4-722EDEE94906}"/>
                  </a:ext>
                </a:extLst>
              </p:cNvPr>
              <p:cNvSpPr txBox="1"/>
              <p:nvPr/>
            </p:nvSpPr>
            <p:spPr>
              <a:xfrm>
                <a:off x="10206138" y="1945142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2BA3900-A309-EB76-25D4-722EDEE94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138" y="1945142"/>
                <a:ext cx="183960" cy="276999"/>
              </a:xfrm>
              <a:prstGeom prst="rect">
                <a:avLst/>
              </a:prstGeom>
              <a:blipFill>
                <a:blip r:embed="rId45"/>
                <a:stretch>
                  <a:fillRect l="-33333" r="-3000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6D081F52-8D2A-8953-1C07-3698F100A783}"/>
                  </a:ext>
                </a:extLst>
              </p:cNvPr>
              <p:cNvSpPr txBox="1"/>
              <p:nvPr/>
            </p:nvSpPr>
            <p:spPr>
              <a:xfrm>
                <a:off x="10695147" y="1986791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6D081F52-8D2A-8953-1C07-3698F100A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147" y="1986791"/>
                <a:ext cx="166969" cy="276999"/>
              </a:xfrm>
              <a:prstGeom prst="rect">
                <a:avLst/>
              </a:prstGeom>
              <a:blipFill>
                <a:blip r:embed="rId46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9FF15E2C-5CD4-9AFD-6EAD-57DB67748485}"/>
                  </a:ext>
                </a:extLst>
              </p:cNvPr>
              <p:cNvSpPr txBox="1"/>
              <p:nvPr/>
            </p:nvSpPr>
            <p:spPr>
              <a:xfrm>
                <a:off x="10346712" y="1972661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9FF15E2C-5CD4-9AFD-6EAD-57DB67748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6712" y="1972661"/>
                <a:ext cx="195910" cy="276999"/>
              </a:xfrm>
              <a:prstGeom prst="rect">
                <a:avLst/>
              </a:prstGeom>
              <a:blipFill>
                <a:blip r:embed="rId47"/>
                <a:stretch>
                  <a:fillRect l="-28125" r="-2187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7" name="Table 116">
            <a:extLst>
              <a:ext uri="{FF2B5EF4-FFF2-40B4-BE49-F238E27FC236}">
                <a16:creationId xmlns:a16="http://schemas.microsoft.com/office/drawing/2014/main" id="{222CDF6C-7431-4808-6D6E-47B7BCEE11FC}"/>
              </a:ext>
            </a:extLst>
          </p:cNvPr>
          <p:cNvGraphicFramePr>
            <a:graphicFrameLocks noGrp="1"/>
          </p:cNvGraphicFramePr>
          <p:nvPr/>
        </p:nvGraphicFramePr>
        <p:xfrm>
          <a:off x="9920679" y="3079381"/>
          <a:ext cx="4220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712811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54960"/>
                  </a:ext>
                </a:extLst>
              </a:tr>
            </a:tbl>
          </a:graphicData>
        </a:graphic>
      </p:graphicFrame>
      <p:graphicFrame>
        <p:nvGraphicFramePr>
          <p:cNvPr id="118" name="Table 117">
            <a:extLst>
              <a:ext uri="{FF2B5EF4-FFF2-40B4-BE49-F238E27FC236}">
                <a16:creationId xmlns:a16="http://schemas.microsoft.com/office/drawing/2014/main" id="{A89E7484-E651-99D4-D240-930128DF0366}"/>
              </a:ext>
            </a:extLst>
          </p:cNvPr>
          <p:cNvGraphicFramePr>
            <a:graphicFrameLocks noGrp="1"/>
          </p:cNvGraphicFramePr>
          <p:nvPr/>
        </p:nvGraphicFramePr>
        <p:xfrm>
          <a:off x="10743568" y="3081311"/>
          <a:ext cx="4220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712811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54960"/>
                  </a:ext>
                </a:extLst>
              </a:tr>
            </a:tbl>
          </a:graphicData>
        </a:graphic>
      </p:graphicFrame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01997EE-B61C-3A22-B27C-327ABECC1F0D}"/>
              </a:ext>
            </a:extLst>
          </p:cNvPr>
          <p:cNvCxnSpPr>
            <a:cxnSpLocks/>
          </p:cNvCxnSpPr>
          <p:nvPr/>
        </p:nvCxnSpPr>
        <p:spPr>
          <a:xfrm flipH="1">
            <a:off x="10345190" y="2713836"/>
            <a:ext cx="134045" cy="28122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9AE6FBAB-1DA5-3B82-2A8A-6E16C4E89F3D}"/>
                  </a:ext>
                </a:extLst>
              </p:cNvPr>
              <p:cNvSpPr txBox="1"/>
              <p:nvPr/>
            </p:nvSpPr>
            <p:spPr>
              <a:xfrm>
                <a:off x="9920654" y="2768419"/>
                <a:ext cx="384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9AE6FBAB-1DA5-3B82-2A8A-6E16C4E89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0654" y="2768419"/>
                <a:ext cx="384592" cy="276999"/>
              </a:xfrm>
              <a:prstGeom prst="rect">
                <a:avLst/>
              </a:prstGeom>
              <a:blipFill>
                <a:blip r:embed="rId48"/>
                <a:stretch>
                  <a:fillRect l="-14286" r="-793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4775DA13-2388-0798-4F2C-39AA7D0A9185}"/>
              </a:ext>
            </a:extLst>
          </p:cNvPr>
          <p:cNvSpPr txBox="1"/>
          <p:nvPr/>
        </p:nvSpPr>
        <p:spPr>
          <a:xfrm>
            <a:off x="9990196" y="2630957"/>
            <a:ext cx="23403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3E5A4D7-44FE-3C4D-0E48-B19DF83BC58B}"/>
              </a:ext>
            </a:extLst>
          </p:cNvPr>
          <p:cNvCxnSpPr>
            <a:cxnSpLocks/>
          </p:cNvCxnSpPr>
          <p:nvPr/>
        </p:nvCxnSpPr>
        <p:spPr>
          <a:xfrm>
            <a:off x="10664688" y="2713836"/>
            <a:ext cx="91982" cy="28884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910D07BB-93FC-4FDB-C68F-BFCB1022DCEC}"/>
              </a:ext>
            </a:extLst>
          </p:cNvPr>
          <p:cNvSpPr txBox="1"/>
          <p:nvPr/>
        </p:nvSpPr>
        <p:spPr>
          <a:xfrm>
            <a:off x="10954584" y="2630284"/>
            <a:ext cx="23403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2FEB166-29AB-E6F4-88A0-6461AE86C459}"/>
                  </a:ext>
                </a:extLst>
              </p:cNvPr>
              <p:cNvSpPr txBox="1"/>
              <p:nvPr/>
            </p:nvSpPr>
            <p:spPr>
              <a:xfrm>
                <a:off x="10893220" y="2777619"/>
                <a:ext cx="384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2FEB166-29AB-E6F4-88A0-6461AE86C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3220" y="2777619"/>
                <a:ext cx="384592" cy="276999"/>
              </a:xfrm>
              <a:prstGeom prst="rect">
                <a:avLst/>
              </a:prstGeom>
              <a:blipFill>
                <a:blip r:embed="rId49"/>
                <a:stretch>
                  <a:fillRect l="-14286" r="-793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10BE730-B8C7-64B4-033E-05D7B4E756E8}"/>
              </a:ext>
            </a:extLst>
          </p:cNvPr>
          <p:cNvCxnSpPr>
            <a:cxnSpLocks/>
          </p:cNvCxnSpPr>
          <p:nvPr/>
        </p:nvCxnSpPr>
        <p:spPr>
          <a:xfrm>
            <a:off x="10158876" y="3506395"/>
            <a:ext cx="183960" cy="32183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5DE48B19-B027-39D3-EC5A-0AC8C1C7A5BB}"/>
              </a:ext>
            </a:extLst>
          </p:cNvPr>
          <p:cNvGraphicFramePr>
            <a:graphicFrameLocks noGrp="1"/>
          </p:cNvGraphicFramePr>
          <p:nvPr/>
        </p:nvGraphicFramePr>
        <p:xfrm>
          <a:off x="10107216" y="3882029"/>
          <a:ext cx="8440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746711455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593053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448759"/>
                  </a:ext>
                </a:extLst>
              </a:tr>
            </a:tbl>
          </a:graphicData>
        </a:graphic>
      </p:graphicFrame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A0CE01F-7D59-6B3F-8BE4-51AE53F8E6B0}"/>
              </a:ext>
            </a:extLst>
          </p:cNvPr>
          <p:cNvCxnSpPr>
            <a:cxnSpLocks/>
          </p:cNvCxnSpPr>
          <p:nvPr/>
        </p:nvCxnSpPr>
        <p:spPr>
          <a:xfrm flipH="1">
            <a:off x="10688443" y="3520440"/>
            <a:ext cx="137160" cy="31242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E50E4473-6EBF-B6FE-7FB1-A063789E111A}"/>
              </a:ext>
            </a:extLst>
          </p:cNvPr>
          <p:cNvSpPr txBox="1"/>
          <p:nvPr/>
        </p:nvSpPr>
        <p:spPr>
          <a:xfrm>
            <a:off x="10434649" y="3481455"/>
            <a:ext cx="23403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350EBED-A638-C831-6685-77450BEE5863}"/>
                  </a:ext>
                </a:extLst>
              </p:cNvPr>
              <p:cNvSpPr txBox="1"/>
              <p:nvPr/>
            </p:nvSpPr>
            <p:spPr>
              <a:xfrm>
                <a:off x="8612404" y="3553598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350EBED-A638-C831-6685-77450BEE5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404" y="3553598"/>
                <a:ext cx="183960" cy="276999"/>
              </a:xfrm>
              <a:prstGeom prst="rect">
                <a:avLst/>
              </a:prstGeom>
              <a:blipFill>
                <a:blip r:embed="rId50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A8440EA-8C3B-D5F1-C821-AE8EB5744A87}"/>
                  </a:ext>
                </a:extLst>
              </p:cNvPr>
              <p:cNvSpPr txBox="1"/>
              <p:nvPr/>
            </p:nvSpPr>
            <p:spPr>
              <a:xfrm>
                <a:off x="9101413" y="3595247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A8440EA-8C3B-D5F1-C821-AE8EB5744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413" y="3595247"/>
                <a:ext cx="166969" cy="276999"/>
              </a:xfrm>
              <a:prstGeom prst="rect">
                <a:avLst/>
              </a:prstGeom>
              <a:blipFill>
                <a:blip r:embed="rId51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8AABBEF-03F8-C7B7-2219-A7CB9818BC07}"/>
                  </a:ext>
                </a:extLst>
              </p:cNvPr>
              <p:cNvSpPr txBox="1"/>
              <p:nvPr/>
            </p:nvSpPr>
            <p:spPr>
              <a:xfrm>
                <a:off x="8752978" y="3581117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8AABBEF-03F8-C7B7-2219-A7CB9818B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978" y="3581117"/>
                <a:ext cx="195910" cy="276999"/>
              </a:xfrm>
              <a:prstGeom prst="rect">
                <a:avLst/>
              </a:prstGeom>
              <a:blipFill>
                <a:blip r:embed="rId52"/>
                <a:stretch>
                  <a:fillRect l="-28125" r="-2187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83C12A33-3DE3-A10F-EB15-898EF25B4203}"/>
                  </a:ext>
                </a:extLst>
              </p:cNvPr>
              <p:cNvSpPr txBox="1"/>
              <p:nvPr/>
            </p:nvSpPr>
            <p:spPr>
              <a:xfrm>
                <a:off x="10199434" y="3590257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83C12A33-3DE3-A10F-EB15-898EF25B4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434" y="3590257"/>
                <a:ext cx="183960" cy="276999"/>
              </a:xfrm>
              <a:prstGeom prst="rect">
                <a:avLst/>
              </a:prstGeom>
              <a:blipFill>
                <a:blip r:embed="rId53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73521AA0-B1F0-D9E8-4B4E-11AFAAB9549D}"/>
                  </a:ext>
                </a:extLst>
              </p:cNvPr>
              <p:cNvSpPr txBox="1"/>
              <p:nvPr/>
            </p:nvSpPr>
            <p:spPr>
              <a:xfrm>
                <a:off x="10688443" y="3631906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73521AA0-B1F0-D9E8-4B4E-11AFAAB95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8443" y="3631906"/>
                <a:ext cx="166969" cy="276999"/>
              </a:xfrm>
              <a:prstGeom prst="rect">
                <a:avLst/>
              </a:prstGeom>
              <a:blipFill>
                <a:blip r:embed="rId54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243F2FA2-4387-CE0D-0B84-082C543BACEB}"/>
                  </a:ext>
                </a:extLst>
              </p:cNvPr>
              <p:cNvSpPr txBox="1"/>
              <p:nvPr/>
            </p:nvSpPr>
            <p:spPr>
              <a:xfrm>
                <a:off x="10340008" y="3617776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243F2FA2-4387-CE0D-0B84-082C543BA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0008" y="3617776"/>
                <a:ext cx="195910" cy="276999"/>
              </a:xfrm>
              <a:prstGeom prst="rect">
                <a:avLst/>
              </a:prstGeom>
              <a:blipFill>
                <a:blip r:embed="rId55"/>
                <a:stretch>
                  <a:fillRect l="-28125" r="-2187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5" name="Table 134">
            <a:extLst>
              <a:ext uri="{FF2B5EF4-FFF2-40B4-BE49-F238E27FC236}">
                <a16:creationId xmlns:a16="http://schemas.microsoft.com/office/drawing/2014/main" id="{14886EFB-43E4-BECA-F025-0B0C2807EA83}"/>
              </a:ext>
            </a:extLst>
          </p:cNvPr>
          <p:cNvGraphicFramePr>
            <a:graphicFrameLocks noGrp="1"/>
          </p:cNvGraphicFramePr>
          <p:nvPr/>
        </p:nvGraphicFramePr>
        <p:xfrm>
          <a:off x="8896018" y="4820433"/>
          <a:ext cx="16881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292305260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112824066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94564757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39827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487097"/>
                  </a:ext>
                </a:extLst>
              </a:tr>
            </a:tbl>
          </a:graphicData>
        </a:graphic>
      </p:graphicFrame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7340D98-9EE3-6D9C-6CA1-F77F6512D53B}"/>
              </a:ext>
            </a:extLst>
          </p:cNvPr>
          <p:cNvCxnSpPr>
            <a:cxnSpLocks/>
          </p:cNvCxnSpPr>
          <p:nvPr/>
        </p:nvCxnSpPr>
        <p:spPr>
          <a:xfrm>
            <a:off x="8959742" y="4389120"/>
            <a:ext cx="342900" cy="28956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6006AB0-411F-C147-BF5E-7EC3E0A4E0F9}"/>
              </a:ext>
            </a:extLst>
          </p:cNvPr>
          <p:cNvCxnSpPr>
            <a:cxnSpLocks/>
          </p:cNvCxnSpPr>
          <p:nvPr/>
        </p:nvCxnSpPr>
        <p:spPr>
          <a:xfrm flipH="1">
            <a:off x="10278002" y="4351020"/>
            <a:ext cx="220980" cy="32766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D7BE1C7B-890C-FB3C-5236-5C5D45C81356}"/>
              </a:ext>
            </a:extLst>
          </p:cNvPr>
          <p:cNvSpPr txBox="1"/>
          <p:nvPr/>
        </p:nvSpPr>
        <p:spPr>
          <a:xfrm>
            <a:off x="9621397" y="4334058"/>
            <a:ext cx="23403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5F361CB-2504-A12A-8193-65B17F6193EB}"/>
                  </a:ext>
                </a:extLst>
              </p:cNvPr>
              <p:cNvSpPr txBox="1"/>
              <p:nvPr/>
            </p:nvSpPr>
            <p:spPr>
              <a:xfrm>
                <a:off x="9014870" y="4482474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5F361CB-2504-A12A-8193-65B17F619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870" y="4482474"/>
                <a:ext cx="183960" cy="276999"/>
              </a:xfrm>
              <a:prstGeom prst="rect">
                <a:avLst/>
              </a:prstGeom>
              <a:blipFill>
                <a:blip r:embed="rId56"/>
                <a:stretch>
                  <a:fillRect l="-33333" r="-3000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7500FCA-23DA-9528-8ABE-652BDF7FF979}"/>
                  </a:ext>
                </a:extLst>
              </p:cNvPr>
              <p:cNvSpPr txBox="1"/>
              <p:nvPr/>
            </p:nvSpPr>
            <p:spPr>
              <a:xfrm>
                <a:off x="9472494" y="4482367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7500FCA-23DA-9528-8ABE-652BDF7FF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494" y="4482367"/>
                <a:ext cx="195910" cy="276999"/>
              </a:xfrm>
              <a:prstGeom prst="rect">
                <a:avLst/>
              </a:prstGeom>
              <a:blipFill>
                <a:blip r:embed="rId57"/>
                <a:stretch>
                  <a:fillRect l="-28125" r="-2187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707D9C8-3478-1BE2-B335-39D36DDBFE2F}"/>
                  </a:ext>
                </a:extLst>
              </p:cNvPr>
              <p:cNvSpPr txBox="1"/>
              <p:nvPr/>
            </p:nvSpPr>
            <p:spPr>
              <a:xfrm>
                <a:off x="10395750" y="4512900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707D9C8-3478-1BE2-B335-39D36DDBF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750" y="4512900"/>
                <a:ext cx="166969" cy="276999"/>
              </a:xfrm>
              <a:prstGeom prst="rect">
                <a:avLst/>
              </a:prstGeom>
              <a:blipFill>
                <a:blip r:embed="rId58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AAC163F8-5089-6EF9-BE03-102B2F03E838}"/>
              </a:ext>
            </a:extLst>
          </p:cNvPr>
          <p:cNvCxnSpPr>
            <a:cxnSpLocks/>
          </p:cNvCxnSpPr>
          <p:nvPr/>
        </p:nvCxnSpPr>
        <p:spPr>
          <a:xfrm>
            <a:off x="8882744" y="1012370"/>
            <a:ext cx="703216" cy="31351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8849C42A-FBD3-175E-5995-92BD3D6D13C4}"/>
                  </a:ext>
                </a:extLst>
              </p:cNvPr>
              <p:cNvSpPr txBox="1"/>
              <p:nvPr/>
            </p:nvSpPr>
            <p:spPr>
              <a:xfrm>
                <a:off x="8766725" y="1048881"/>
                <a:ext cx="328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𝟏𝟏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8849C42A-FBD3-175E-5995-92BD3D6D1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725" y="1048881"/>
                <a:ext cx="328616" cy="276999"/>
              </a:xfrm>
              <a:prstGeom prst="rect">
                <a:avLst/>
              </a:prstGeom>
              <a:blipFill>
                <a:blip r:embed="rId59"/>
                <a:stretch>
                  <a:fillRect l="-14815" r="-1851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D63186D-1442-982D-0B80-A93177F72B66}"/>
                  </a:ext>
                </a:extLst>
              </p:cNvPr>
              <p:cNvSpPr txBox="1"/>
              <p:nvPr/>
            </p:nvSpPr>
            <p:spPr>
              <a:xfrm>
                <a:off x="9026484" y="1137599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D63186D-1442-982D-0B80-A93177F72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484" y="1137599"/>
                <a:ext cx="183960" cy="276999"/>
              </a:xfrm>
              <a:prstGeom prst="rect">
                <a:avLst/>
              </a:prstGeom>
              <a:blipFill>
                <a:blip r:embed="rId60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0D116C3-8D75-E476-7C67-DEAF321714EF}"/>
                  </a:ext>
                </a:extLst>
              </p:cNvPr>
              <p:cNvSpPr txBox="1"/>
              <p:nvPr/>
            </p:nvSpPr>
            <p:spPr>
              <a:xfrm>
                <a:off x="10229176" y="1188486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0D116C3-8D75-E476-7C67-DEAF32171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9176" y="1188486"/>
                <a:ext cx="166969" cy="276999"/>
              </a:xfrm>
              <a:prstGeom prst="rect">
                <a:avLst/>
              </a:prstGeom>
              <a:blipFill>
                <a:blip r:embed="rId61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E99B9FA-5724-7C64-77F9-BEAFAF0CD8B1}"/>
                  </a:ext>
                </a:extLst>
              </p:cNvPr>
              <p:cNvSpPr txBox="1"/>
              <p:nvPr/>
            </p:nvSpPr>
            <p:spPr>
              <a:xfrm>
                <a:off x="9374539" y="1147627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E99B9FA-5724-7C64-77F9-BEAFAF0CD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539" y="1147627"/>
                <a:ext cx="195910" cy="276999"/>
              </a:xfrm>
              <a:prstGeom prst="rect">
                <a:avLst/>
              </a:prstGeom>
              <a:blipFill>
                <a:blip r:embed="rId62"/>
                <a:stretch>
                  <a:fillRect l="-28125" r="-2187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9" name="Table 10">
            <a:extLst>
              <a:ext uri="{FF2B5EF4-FFF2-40B4-BE49-F238E27FC236}">
                <a16:creationId xmlns:a16="http://schemas.microsoft.com/office/drawing/2014/main" id="{3E865F38-0025-09DA-4730-124B87C20B49}"/>
              </a:ext>
            </a:extLst>
          </p:cNvPr>
          <p:cNvGraphicFramePr>
            <a:graphicFrameLocks noGrp="1"/>
          </p:cNvGraphicFramePr>
          <p:nvPr/>
        </p:nvGraphicFramePr>
        <p:xfrm>
          <a:off x="6348894" y="5738135"/>
          <a:ext cx="33762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1">
                  <a:extLst>
                    <a:ext uri="{9D8B030D-6E8A-4147-A177-3AD203B41FA5}">
                      <a16:colId xmlns:a16="http://schemas.microsoft.com/office/drawing/2014/main" val="1617437997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2791104858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1185800311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1777749601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1826719173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642122587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2361071456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623532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1763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6693843B-E009-34BC-1D3C-9B1E5AEA2249}"/>
                  </a:ext>
                </a:extLst>
              </p:cNvPr>
              <p:cNvSpPr txBox="1"/>
              <p:nvPr/>
            </p:nvSpPr>
            <p:spPr>
              <a:xfrm>
                <a:off x="6480256" y="5400176"/>
                <a:ext cx="18396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6693843B-E009-34BC-1D3C-9B1E5AEA2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256" y="5400176"/>
                <a:ext cx="183960" cy="276999"/>
              </a:xfrm>
              <a:prstGeom prst="rect">
                <a:avLst/>
              </a:prstGeom>
              <a:blipFill>
                <a:blip r:embed="rId63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5A81835-C61D-A1A2-A17E-E07D14714CE8}"/>
                  </a:ext>
                </a:extLst>
              </p:cNvPr>
              <p:cNvSpPr txBox="1"/>
              <p:nvPr/>
            </p:nvSpPr>
            <p:spPr>
              <a:xfrm>
                <a:off x="7725413" y="5400175"/>
                <a:ext cx="195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5A81835-C61D-A1A2-A17E-E07D14714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413" y="5400175"/>
                <a:ext cx="195910" cy="276999"/>
              </a:xfrm>
              <a:prstGeom prst="rect">
                <a:avLst/>
              </a:prstGeom>
              <a:blipFill>
                <a:blip r:embed="rId64"/>
                <a:stretch>
                  <a:fillRect l="-28125" r="-2187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C9B0CB5-0E25-F7B6-9308-825127BF04D8}"/>
                  </a:ext>
                </a:extLst>
              </p:cNvPr>
              <p:cNvSpPr txBox="1"/>
              <p:nvPr/>
            </p:nvSpPr>
            <p:spPr>
              <a:xfrm>
                <a:off x="9454762" y="5408907"/>
                <a:ext cx="1669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C9B0CB5-0E25-F7B6-9308-825127BF0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4762" y="5408907"/>
                <a:ext cx="166969" cy="276999"/>
              </a:xfrm>
              <a:prstGeom prst="rect">
                <a:avLst/>
              </a:prstGeom>
              <a:blipFill>
                <a:blip r:embed="rId65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EBBD05D0-C12B-133F-7AF5-F31FABF304C7}"/>
              </a:ext>
            </a:extLst>
          </p:cNvPr>
          <p:cNvCxnSpPr>
            <a:cxnSpLocks/>
          </p:cNvCxnSpPr>
          <p:nvPr/>
        </p:nvCxnSpPr>
        <p:spPr>
          <a:xfrm>
            <a:off x="6701449" y="5298622"/>
            <a:ext cx="507071" cy="29445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6DFF128-139E-06B1-9C9E-900E9E0BC118}"/>
              </a:ext>
            </a:extLst>
          </p:cNvPr>
          <p:cNvCxnSpPr>
            <a:cxnSpLocks/>
          </p:cNvCxnSpPr>
          <p:nvPr/>
        </p:nvCxnSpPr>
        <p:spPr>
          <a:xfrm flipH="1">
            <a:off x="9029700" y="5269802"/>
            <a:ext cx="540749" cy="31565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7B005793-9B94-2721-DC23-46DD6B8336A7}"/>
              </a:ext>
            </a:extLst>
          </p:cNvPr>
          <p:cNvSpPr txBox="1"/>
          <p:nvPr/>
        </p:nvSpPr>
        <p:spPr>
          <a:xfrm>
            <a:off x="7978331" y="5261676"/>
            <a:ext cx="23403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F3D1394-53DE-5C84-8A62-7C85FABD0454}"/>
              </a:ext>
            </a:extLst>
          </p:cNvPr>
          <p:cNvSpPr txBox="1"/>
          <p:nvPr/>
        </p:nvSpPr>
        <p:spPr>
          <a:xfrm>
            <a:off x="4164101" y="1065093"/>
            <a:ext cx="770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867B414-7C4E-24EB-8A8B-DE634F1BEA44}"/>
              </a:ext>
            </a:extLst>
          </p:cNvPr>
          <p:cNvSpPr txBox="1"/>
          <p:nvPr/>
        </p:nvSpPr>
        <p:spPr>
          <a:xfrm>
            <a:off x="4366529" y="5240810"/>
            <a:ext cx="811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merge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E525C1A1-9913-EBD6-08A6-A252B98B3520}"/>
              </a:ext>
            </a:extLst>
          </p:cNvPr>
          <p:cNvSpPr txBox="1"/>
          <p:nvPr/>
        </p:nvSpPr>
        <p:spPr>
          <a:xfrm>
            <a:off x="3881251" y="4182149"/>
            <a:ext cx="811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merge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A8C6DC1-1FD2-9362-891B-17985A58EBDE}"/>
              </a:ext>
            </a:extLst>
          </p:cNvPr>
          <p:cNvSpPr txBox="1"/>
          <p:nvPr/>
        </p:nvSpPr>
        <p:spPr>
          <a:xfrm>
            <a:off x="3858835" y="3411832"/>
            <a:ext cx="811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merge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02C692E-87CA-D4D5-7275-A178CAB5C51C}"/>
              </a:ext>
            </a:extLst>
          </p:cNvPr>
          <p:cNvSpPr txBox="1"/>
          <p:nvPr/>
        </p:nvSpPr>
        <p:spPr>
          <a:xfrm>
            <a:off x="3914729" y="1894545"/>
            <a:ext cx="770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D1BDBF69-123E-3DCA-1F73-4AE08A2FF56A}"/>
              </a:ext>
            </a:extLst>
          </p:cNvPr>
          <p:cNvSpPr txBox="1"/>
          <p:nvPr/>
        </p:nvSpPr>
        <p:spPr>
          <a:xfrm>
            <a:off x="3893328" y="2577309"/>
            <a:ext cx="770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</a:t>
            </a:r>
          </a:p>
        </p:txBody>
      </p:sp>
    </p:spTree>
    <p:extLst>
      <p:ext uri="{BB962C8B-B14F-4D97-AF65-F5344CB8AC3E}">
        <p14:creationId xmlns:p14="http://schemas.microsoft.com/office/powerpoint/2010/main" val="238262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66" grpId="0" animBg="1"/>
      <p:bldP spid="165" grpId="0" animBg="1"/>
      <p:bldP spid="164" grpId="0" animBg="1"/>
      <p:bldP spid="162" grpId="0" animBg="1"/>
      <p:bldP spid="161" grpId="0" animBg="1"/>
      <p:bldP spid="160" grpId="0" animBg="1"/>
      <p:bldP spid="5" grpId="0" animBg="1"/>
      <p:bldP spid="7" grpId="0" animBg="1"/>
      <p:bldP spid="8" grpId="0" animBg="1"/>
      <p:bldP spid="9" grpId="0" animBg="1"/>
      <p:bldP spid="11" grpId="0"/>
      <p:bldP spid="12" grpId="0"/>
      <p:bldP spid="13" grpId="0"/>
      <p:bldP spid="21" grpId="0"/>
      <p:bldP spid="22" grpId="0"/>
      <p:bldP spid="23" grpId="0"/>
      <p:bldP spid="24" grpId="0"/>
      <p:bldP spid="28" grpId="0"/>
      <p:bldP spid="29" grpId="0"/>
      <p:bldP spid="30" grpId="0"/>
      <p:bldP spid="31" grpId="0"/>
      <p:bldP spid="37" grpId="0"/>
      <p:bldP spid="39" grpId="0"/>
      <p:bldP spid="43" grpId="0"/>
      <p:bldP spid="44" grpId="0"/>
      <p:bldP spid="53" grpId="0"/>
      <p:bldP spid="58" grpId="0"/>
      <p:bldP spid="59" grpId="0"/>
      <p:bldP spid="60" grpId="0"/>
      <p:bldP spid="61" grpId="0"/>
      <p:bldP spid="65" grpId="0"/>
      <p:bldP spid="66" grpId="0"/>
      <p:bldP spid="68" grpId="0"/>
      <p:bldP spid="69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8" grpId="0"/>
      <p:bldP spid="89" grpId="0"/>
      <p:bldP spid="91" grpId="0"/>
      <p:bldP spid="92" grpId="0"/>
      <p:bldP spid="95" grpId="0"/>
      <p:bldP spid="96" grpId="0"/>
      <p:bldP spid="97" grpId="0"/>
      <p:bldP spid="98" grpId="0"/>
      <p:bldP spid="102" grpId="0"/>
      <p:bldP spid="103" grpId="0"/>
      <p:bldP spid="105" grpId="0"/>
      <p:bldP spid="106" grpId="0"/>
      <p:bldP spid="110" grpId="0"/>
      <p:bldP spid="113" grpId="0"/>
      <p:bldP spid="114" grpId="0"/>
      <p:bldP spid="115" grpId="0"/>
      <p:bldP spid="116" grpId="0"/>
      <p:bldP spid="120" grpId="0"/>
      <p:bldP spid="121" grpId="0"/>
      <p:bldP spid="123" grpId="0"/>
      <p:bldP spid="124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8" grpId="0"/>
      <p:bldP spid="139" grpId="0"/>
      <p:bldP spid="140" grpId="0"/>
      <p:bldP spid="141" grpId="0"/>
      <p:bldP spid="145" grpId="0"/>
      <p:bldP spid="146" grpId="0"/>
      <p:bldP spid="147" grpId="0"/>
      <p:bldP spid="148" grpId="0"/>
      <p:bldP spid="150" grpId="0"/>
      <p:bldP spid="151" grpId="0"/>
      <p:bldP spid="152" grpId="0"/>
      <p:bldP spid="159" grpId="0"/>
      <p:bldP spid="169" grpId="0"/>
      <p:bldP spid="170" grpId="0"/>
      <p:bldP spid="171" grpId="0"/>
      <p:bldP spid="172" grpId="0"/>
      <p:bldP spid="173" grpId="0"/>
      <p:bldP spid="174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Macintosh PowerPoint</Application>
  <PresentationFormat>Widescreen</PresentationFormat>
  <Paragraphs>154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Avenir Next</vt:lpstr>
      <vt:lpstr>Avenir Next Medium</vt:lpstr>
      <vt:lpstr>Calibri</vt:lpstr>
      <vt:lpstr>Cambria Math</vt:lpstr>
      <vt:lpstr>Courier New</vt:lpstr>
      <vt:lpstr>Georgia</vt:lpstr>
      <vt:lpstr>Times New Roman</vt:lpstr>
      <vt:lpstr>Wingdings</vt:lpstr>
      <vt:lpstr>1_Office Theme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Hyunjong Choi</dc:creator>
  <cp:lastModifiedBy>Hyunjong Choi</cp:lastModifiedBy>
  <cp:revision>1</cp:revision>
  <dcterms:created xsi:type="dcterms:W3CDTF">2025-01-28T19:01:27Z</dcterms:created>
  <dcterms:modified xsi:type="dcterms:W3CDTF">2025-01-28T19:01:48Z</dcterms:modified>
</cp:coreProperties>
</file>